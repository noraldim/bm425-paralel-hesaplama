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1"/>
  </p:handoutMasterIdLst>
  <p:sldIdLst>
    <p:sldId id="257" r:id="rId3"/>
    <p:sldId id="271" r:id="rId5"/>
    <p:sldId id="308" r:id="rId6"/>
    <p:sldId id="272" r:id="rId7"/>
    <p:sldId id="273" r:id="rId8"/>
    <p:sldId id="309" r:id="rId9"/>
    <p:sldId id="274" r:id="rId10"/>
    <p:sldId id="275" r:id="rId11"/>
    <p:sldId id="298" r:id="rId12"/>
    <p:sldId id="290" r:id="rId13"/>
    <p:sldId id="301" r:id="rId14"/>
    <p:sldId id="291" r:id="rId15"/>
    <p:sldId id="292" r:id="rId16"/>
    <p:sldId id="276" r:id="rId17"/>
    <p:sldId id="277" r:id="rId18"/>
    <p:sldId id="310" r:id="rId19"/>
    <p:sldId id="303" r:id="rId20"/>
    <p:sldId id="304" r:id="rId21"/>
    <p:sldId id="278" r:id="rId22"/>
    <p:sldId id="311" r:id="rId23"/>
    <p:sldId id="293" r:id="rId24"/>
    <p:sldId id="299" r:id="rId25"/>
    <p:sldId id="279" r:id="rId26"/>
    <p:sldId id="280" r:id="rId27"/>
    <p:sldId id="281" r:id="rId28"/>
    <p:sldId id="294" r:id="rId29"/>
    <p:sldId id="282" r:id="rId30"/>
    <p:sldId id="312" r:id="rId31"/>
    <p:sldId id="283" r:id="rId32"/>
    <p:sldId id="295" r:id="rId33"/>
    <p:sldId id="300" r:id="rId34"/>
    <p:sldId id="284" r:id="rId35"/>
    <p:sldId id="285" r:id="rId36"/>
    <p:sldId id="296" r:id="rId37"/>
    <p:sldId id="302" r:id="rId38"/>
    <p:sldId id="305" r:id="rId39"/>
    <p:sldId id="306" r:id="rId40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3B4B98B0-60AC-42C2-AFA5-B58CD77FA1E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89911" autoAdjust="0"/>
  </p:normalViewPr>
  <p:slideViewPr>
    <p:cSldViewPr snapToGrid="0" showGuides="1">
      <p:cViewPr varScale="1">
        <p:scale>
          <a:sx n="87" d="100"/>
          <a:sy n="87" d="100"/>
        </p:scale>
        <p:origin x="389" y="58"/>
      </p:cViewPr>
      <p:guideLst>
        <p:guide orient="horz" pos="2160"/>
        <p:guide pos="3839"/>
        <p:guide pos="7296"/>
        <p:guide orient="horz" pos="41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</a:fld>
            <a:endParaRPr lang="tr-T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  <a:endParaRPr lang="tr-TR" noProof="0" dirty="0"/>
          </a:p>
          <a:p>
            <a:pPr lvl="1" rtl="0"/>
            <a:r>
              <a:rPr lang="tr-TR" noProof="0" dirty="0"/>
              <a:t>İkinci düzey</a:t>
            </a:r>
            <a:endParaRPr lang="tr-TR" noProof="0" dirty="0"/>
          </a:p>
          <a:p>
            <a:pPr lvl="2" rtl="0"/>
            <a:r>
              <a:rPr lang="tr-TR" noProof="0" dirty="0"/>
              <a:t>Üçüncü düzey</a:t>
            </a:r>
            <a:endParaRPr lang="tr-TR" noProof="0" dirty="0"/>
          </a:p>
          <a:p>
            <a:pPr lvl="3" rtl="0"/>
            <a:r>
              <a:rPr lang="tr-TR" noProof="0" dirty="0"/>
              <a:t>Dördüncü düzey</a:t>
            </a:r>
            <a:endParaRPr lang="tr-TR" noProof="0" dirty="0"/>
          </a:p>
          <a:p>
            <a:pPr lvl="4" rtl="0"/>
            <a:r>
              <a:rPr lang="tr-TR" noProof="0" dirty="0"/>
              <a:t>Beşinci düzey</a:t>
            </a:r>
            <a:endParaRPr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</a:fld>
            <a:endParaRPr lang="tr-TR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 hasCustomPrompt="1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 hasCustomPrompt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135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 hasCustomPrompt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 hasCustomPrompt="1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 hasCustomPrompt="1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 hasCustomPrompt="1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  <a:endParaRPr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1" hasCustomPrompt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 hasCustomPrompt="1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889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 hasCustomPrompt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  <a:endParaRPr lang="tr-TR" noProof="0" dirty="0"/>
          </a:p>
          <a:p>
            <a:pPr lvl="1" rtl="0" eaLnBrk="1" latinLnBrk="0" hangingPunct="1"/>
            <a:r>
              <a:rPr lang="tr-TR" noProof="0" dirty="0"/>
              <a:t>İkinci düzey</a:t>
            </a:r>
            <a:endParaRPr lang="tr-TR" noProof="0" dirty="0"/>
          </a:p>
          <a:p>
            <a:pPr lvl="2" rtl="0" eaLnBrk="1" latinLnBrk="0" hangingPunct="1"/>
            <a:r>
              <a:rPr lang="tr-TR" noProof="0" dirty="0"/>
              <a:t>Üçüncü düzey</a:t>
            </a:r>
            <a:endParaRPr lang="tr-TR" noProof="0" dirty="0"/>
          </a:p>
          <a:p>
            <a:pPr lvl="3" rtl="0" eaLnBrk="1" latinLnBrk="0" hangingPunct="1"/>
            <a:r>
              <a:rPr lang="tr-TR" noProof="0" dirty="0"/>
              <a:t>Dördüncü düzey</a:t>
            </a:r>
            <a:endParaRPr lang="tr-TR" noProof="0" dirty="0"/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  <a:endParaRPr lang="tr-TR" noProof="0" dirty="0"/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  <a:endParaRPr lang="tr-TR" noProof="0" dirty="0"/>
          </a:p>
          <a:p>
            <a:pPr lvl="1" rtl="0"/>
            <a:r>
              <a:rPr lang="tr-TR" noProof="0" dirty="0"/>
              <a:t>İkinci düzey</a:t>
            </a:r>
            <a:endParaRPr lang="tr-TR" noProof="0" dirty="0"/>
          </a:p>
          <a:p>
            <a:pPr lvl="2" rtl="0"/>
            <a:r>
              <a:rPr lang="tr-TR" noProof="0" dirty="0"/>
              <a:t>Üçüncü düzey</a:t>
            </a:r>
            <a:endParaRPr lang="tr-TR" noProof="0" dirty="0"/>
          </a:p>
          <a:p>
            <a:pPr lvl="3" rtl="0"/>
            <a:r>
              <a:rPr lang="tr-TR" noProof="0" dirty="0"/>
              <a:t>Dördüncü düzey</a:t>
            </a:r>
            <a:endParaRPr lang="tr-TR" noProof="0" dirty="0"/>
          </a:p>
          <a:p>
            <a:pPr lvl="4" rtl="0"/>
            <a:r>
              <a:rPr lang="tr-TR" noProof="0" dirty="0"/>
              <a:t>Beşinci düzey</a:t>
            </a:r>
            <a:endParaRPr lang="tr-TR" noProof="0" dirty="0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 panose="02040502050405020303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495" indent="-247015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 panose="02040502050405020303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290" indent="-21971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830" indent="-201295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90015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09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30095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Paralel Hesaplama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rl</a:t>
            </a:r>
            <a:r>
              <a:rPr lang="en-US" altLang="en-US" dirty="0"/>
              <a:t>ı</a:t>
            </a:r>
            <a:r>
              <a:rPr lang="en-US" altLang="en-US" dirty="0"/>
              <a:t> Kaynak Problemi: Tek </a:t>
            </a:r>
            <a:r>
              <a:rPr lang="en-US" altLang="en-US" dirty="0"/>
              <a:t>İ</a:t>
            </a:r>
            <a:r>
              <a:rPr lang="en-US" altLang="en-US" dirty="0"/>
              <a:t>zinli Kilitten </a:t>
            </a:r>
            <a:r>
              <a:rPr lang="en-US" altLang="en-US" dirty="0"/>
              <a:t>Ç</a:t>
            </a:r>
            <a:r>
              <a:rPr lang="en-US" altLang="en-US" dirty="0"/>
              <a:t>oklu </a:t>
            </a:r>
            <a:r>
              <a:rPr lang="en-US" altLang="en-US" dirty="0"/>
              <a:t>İ</a:t>
            </a:r>
            <a:r>
              <a:rPr lang="en-US" altLang="en-US" dirty="0"/>
              <a:t>zinli Eri</a:t>
            </a:r>
            <a:r>
              <a:rPr lang="en-US" altLang="en-US" dirty="0"/>
              <a:t>ş</a:t>
            </a:r>
            <a:r>
              <a:rPr lang="en-US" altLang="en-US" dirty="0"/>
              <a:t>ime Ge</a:t>
            </a:r>
            <a:r>
              <a:rPr lang="en-US" altLang="en-US" dirty="0"/>
              <a:t>ç</a:t>
            </a:r>
            <a:r>
              <a:rPr lang="en-US" altLang="en-US" dirty="0"/>
              <a:t>i</a:t>
            </a:r>
            <a:r>
              <a:rPr lang="en-US" altLang="en-US" dirty="0"/>
              <a:t>ş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Paralel programlaman</a:t>
            </a:r>
            <a:r>
              <a:rPr lang="en-US" altLang="en-US" dirty="0"/>
              <a:t>ı</a:t>
            </a:r>
            <a:r>
              <a:rPr lang="en-US" altLang="en-US" dirty="0"/>
              <a:t>n temel sorunlar</a:t>
            </a:r>
            <a:r>
              <a:rPr lang="en-US" altLang="en-US" dirty="0"/>
              <a:t>ı</a:t>
            </a:r>
            <a:r>
              <a:rPr lang="en-US" altLang="en-US" dirty="0"/>
              <a:t>ndan biri, belirli bir kayna</a:t>
            </a:r>
            <a:r>
              <a:rPr lang="en-US" altLang="en-US" dirty="0"/>
              <a:t>ğ</a:t>
            </a:r>
            <a:r>
              <a:rPr lang="en-US" altLang="en-US" dirty="0"/>
              <a:t>a e</a:t>
            </a:r>
            <a:r>
              <a:rPr lang="en-US" altLang="en-US" dirty="0"/>
              <a:t>ş</a:t>
            </a:r>
            <a:r>
              <a:rPr lang="en-US" altLang="en-US" dirty="0"/>
              <a:t> zamanl</a:t>
            </a:r>
            <a:r>
              <a:rPr lang="en-US" altLang="en-US" dirty="0"/>
              <a:t>ı</a:t>
            </a:r>
            <a:r>
              <a:rPr lang="en-US" altLang="en-US" dirty="0"/>
              <a:t> eri</a:t>
            </a:r>
            <a:r>
              <a:rPr lang="en-US" altLang="en-US" dirty="0"/>
              <a:t>ş</a:t>
            </a:r>
            <a:r>
              <a:rPr lang="en-US" altLang="en-US" dirty="0"/>
              <a:t>imin N adet ile s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rland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lmas</a:t>
            </a:r>
            <a:r>
              <a:rPr lang="en-US" altLang="en-US" dirty="0"/>
              <a:t>ı</a:t>
            </a:r>
            <a:r>
              <a:rPr lang="en-US" altLang="en-US" dirty="0"/>
              <a:t> gere</a:t>
            </a:r>
            <a:r>
              <a:rPr lang="en-US" altLang="en-US" dirty="0"/>
              <a:t>ğ</a:t>
            </a:r>
            <a:r>
              <a:rPr lang="en-US" altLang="en-US" dirty="0"/>
              <a:t>idir. Standart Mutex (Lock), yaln</a:t>
            </a:r>
            <a:r>
              <a:rPr lang="en-US" altLang="en-US" dirty="0"/>
              <a:t>ı</a:t>
            </a:r>
            <a:r>
              <a:rPr lang="en-US" altLang="en-US" dirty="0"/>
              <a:t>zca tek bir Thread'in kritik bölgeye girmesine izin vererek N=1 kural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 uygular.</a:t>
            </a:r>
            <a:endParaRPr lang="en-US" altLang="en-US" dirty="0"/>
          </a:p>
          <a:p>
            <a:r>
              <a:rPr lang="en-US" altLang="en-US" dirty="0"/>
              <a:t>N&gt;1 oldu</a:t>
            </a:r>
            <a:r>
              <a:rPr lang="en-US" altLang="en-US" dirty="0"/>
              <a:t>ğ</a:t>
            </a:r>
            <a:r>
              <a:rPr lang="en-US" altLang="en-US" dirty="0"/>
              <a:t>u senaryolarda (örne</a:t>
            </a:r>
            <a:r>
              <a:rPr lang="en-US" altLang="en-US" dirty="0"/>
              <a:t>ğ</a:t>
            </a:r>
            <a:r>
              <a:rPr lang="en-US" altLang="en-US" dirty="0"/>
              <a:t>in, 10 sunucu lisans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n yönetimi), Mutex yap</a:t>
            </a:r>
            <a:r>
              <a:rPr lang="en-US" altLang="en-US" dirty="0"/>
              <a:t>ı</a:t>
            </a:r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 yetersiz kalmakta, daha esnek bir mekanizma olan Semafor ihtiyac</a:t>
            </a:r>
            <a:r>
              <a:rPr lang="en-US" altLang="en-US" dirty="0"/>
              <a:t>ı</a:t>
            </a:r>
            <a:r>
              <a:rPr lang="en-US" altLang="en-US" dirty="0"/>
              <a:t> do</a:t>
            </a:r>
            <a:r>
              <a:rPr lang="en-US" altLang="en-US" dirty="0"/>
              <a:t>ğ</a:t>
            </a:r>
            <a:r>
              <a:rPr lang="en-US" altLang="en-US" dirty="0"/>
              <a:t>maktad</a:t>
            </a:r>
            <a:r>
              <a:rPr lang="en-US" altLang="en-US" dirty="0"/>
              <a:t>ı</a:t>
            </a:r>
            <a:r>
              <a:rPr lang="en-US" altLang="en-US" dirty="0"/>
              <a:t>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Semafor Operasyonlar</a:t>
            </a:r>
            <a:r>
              <a:rPr lang="en-US" altLang="en-US" dirty="0"/>
              <a:t>ı</a:t>
            </a:r>
            <a:r>
              <a:rPr lang="en-US" altLang="en-US" dirty="0"/>
              <a:t>: Kritik Bölgeyi Kontrol Etmek</a:t>
            </a:r>
            <a:endParaRPr lang="en-US" altLang="en-US" dirty="0"/>
          </a:p>
        </p:txBody>
      </p:sp>
      <p:pic>
        <p:nvPicPr>
          <p:cNvPr id="6" name="Resim 5" descr="cl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6140" y="2251075"/>
            <a:ext cx="7920155" cy="4323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Semafor (Semaphore): N-</a:t>
            </a:r>
            <a:r>
              <a:rPr lang="en-US" altLang="en-US" dirty="0"/>
              <a:t>İ</a:t>
            </a:r>
            <a:r>
              <a:rPr lang="en-US" altLang="en-US" dirty="0"/>
              <a:t>zinli Senkronizasyon Arac</a:t>
            </a:r>
            <a:r>
              <a:rPr lang="en-US" altLang="en-US" dirty="0"/>
              <a:t>ı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Semafor, bir kayna</a:t>
            </a:r>
            <a:r>
              <a:rPr lang="en-US" altLang="en-US" dirty="0"/>
              <a:t>ğ</a:t>
            </a:r>
            <a:r>
              <a:rPr lang="en-US" altLang="en-US" dirty="0"/>
              <a:t>a e</a:t>
            </a:r>
            <a:r>
              <a:rPr lang="en-US" altLang="en-US" dirty="0"/>
              <a:t>ş</a:t>
            </a:r>
            <a:r>
              <a:rPr lang="en-US" altLang="en-US" dirty="0"/>
              <a:t> zamanl</a:t>
            </a:r>
            <a:r>
              <a:rPr lang="en-US" altLang="en-US" dirty="0"/>
              <a:t>ı</a:t>
            </a:r>
            <a:r>
              <a:rPr lang="en-US" altLang="en-US" dirty="0"/>
              <a:t> eri</a:t>
            </a:r>
            <a:r>
              <a:rPr lang="en-US" altLang="en-US" dirty="0"/>
              <a:t>ş</a:t>
            </a:r>
            <a:r>
              <a:rPr lang="en-US" altLang="en-US" dirty="0"/>
              <a:t>im say</a:t>
            </a:r>
            <a:r>
              <a:rPr lang="en-US" altLang="en-US" dirty="0"/>
              <a:t>ı</a:t>
            </a:r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 kontrol eden, sayaca dayal</a:t>
            </a:r>
            <a:r>
              <a:rPr lang="en-US" altLang="en-US" dirty="0"/>
              <a:t>ı</a:t>
            </a:r>
            <a:r>
              <a:rPr lang="en-US" altLang="en-US" dirty="0"/>
              <a:t> bir senkronizasyon </a:t>
            </a:r>
            <a:r>
              <a:rPr lang="tr-TR" altLang="en-US" dirty="0"/>
              <a:t>yöntemidir</a:t>
            </a:r>
            <a:r>
              <a:rPr lang="en-US" altLang="en-US" dirty="0"/>
              <a:t>. </a:t>
            </a:r>
            <a:r>
              <a:rPr lang="tr-TR" dirty="0"/>
              <a:t>Aslında </a:t>
            </a:r>
            <a:r>
              <a:rPr lang="en-US" altLang="en-US" dirty="0"/>
              <a:t>Mutex'i kapsayan daha genel bir yap</a:t>
            </a:r>
            <a:r>
              <a:rPr lang="en-US" altLang="en-US" dirty="0"/>
              <a:t>ı</a:t>
            </a:r>
            <a:r>
              <a:rPr lang="en-US" altLang="en-US" dirty="0"/>
              <a:t>d</a:t>
            </a:r>
            <a:r>
              <a:rPr lang="en-US" altLang="en-US" dirty="0"/>
              <a:t>ı</a:t>
            </a:r>
            <a:r>
              <a:rPr lang="en-US" altLang="en-US" dirty="0"/>
              <a:t>r.</a:t>
            </a:r>
            <a:endParaRPr lang="en-US" altLang="en-US" dirty="0"/>
          </a:p>
          <a:p>
            <a:r>
              <a:rPr lang="en-US" altLang="en-US" dirty="0"/>
              <a:t>Semafor, izin (permit) say</a:t>
            </a:r>
            <a:r>
              <a:rPr lang="en-US" altLang="en-US" dirty="0"/>
              <a:t>ı</a:t>
            </a:r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 tutan bir saya</a:t>
            </a:r>
            <a:r>
              <a:rPr lang="en-US" altLang="en-US" dirty="0"/>
              <a:t>ç</a:t>
            </a:r>
            <a:r>
              <a:rPr lang="en-US" altLang="en-US" dirty="0"/>
              <a:t> ile </a:t>
            </a:r>
            <a:r>
              <a:rPr lang="en-US" altLang="en-US" dirty="0"/>
              <a:t>ç</a:t>
            </a:r>
            <a:r>
              <a:rPr lang="en-US" altLang="en-US" dirty="0"/>
              <a:t>al</a:t>
            </a:r>
            <a:r>
              <a:rPr lang="en-US" altLang="en-US" dirty="0"/>
              <a:t>ışı</a:t>
            </a:r>
            <a:r>
              <a:rPr lang="en-US" altLang="en-US" dirty="0"/>
              <a:t>r. Ba</a:t>
            </a:r>
            <a:r>
              <a:rPr lang="en-US" altLang="en-US" dirty="0"/>
              <a:t>ş</a:t>
            </a:r>
            <a:r>
              <a:rPr lang="en-US" altLang="en-US" dirty="0"/>
              <a:t>lang</a:t>
            </a:r>
            <a:r>
              <a:rPr lang="en-US" altLang="en-US" dirty="0"/>
              <a:t>ıç</a:t>
            </a:r>
            <a:r>
              <a:rPr lang="en-US" altLang="en-US" dirty="0"/>
              <a:t>ta bu saya</a:t>
            </a:r>
            <a:r>
              <a:rPr lang="en-US" altLang="en-US" dirty="0"/>
              <a:t>ç</a:t>
            </a:r>
            <a:r>
              <a:rPr lang="en-US" altLang="en-US" dirty="0"/>
              <a:t> N olarak belirlenir.</a:t>
            </a:r>
            <a:endParaRPr lang="en-US" altLang="en-US" dirty="0"/>
          </a:p>
          <a:p>
            <a:r>
              <a:rPr lang="en-US" altLang="en-US" dirty="0"/>
              <a:t>Saya</a:t>
            </a:r>
            <a:r>
              <a:rPr lang="en-US" altLang="en-US" dirty="0"/>
              <a:t>ç</a:t>
            </a:r>
            <a:r>
              <a:rPr lang="en-US" altLang="en-US" dirty="0"/>
              <a:t> pozitif oldu</a:t>
            </a:r>
            <a:r>
              <a:rPr lang="en-US" altLang="en-US" dirty="0"/>
              <a:t>ğ</a:t>
            </a:r>
            <a:r>
              <a:rPr lang="en-US" altLang="en-US" dirty="0"/>
              <a:t>u sürece, Thread'ler kayna</a:t>
            </a:r>
            <a:r>
              <a:rPr lang="en-US" altLang="en-US" dirty="0"/>
              <a:t>ğ</a:t>
            </a:r>
            <a:r>
              <a:rPr lang="en-US" altLang="en-US" dirty="0"/>
              <a:t>a eri</a:t>
            </a:r>
            <a:r>
              <a:rPr lang="en-US" altLang="en-US" dirty="0"/>
              <a:t>ş</a:t>
            </a:r>
            <a:r>
              <a:rPr lang="en-US" altLang="en-US" dirty="0"/>
              <a:t>im iznine sahip olur. Saya</a:t>
            </a:r>
            <a:r>
              <a:rPr lang="en-US" altLang="en-US" dirty="0"/>
              <a:t>ç</a:t>
            </a:r>
            <a:r>
              <a:rPr lang="en-US" altLang="en-US" dirty="0"/>
              <a:t> s</a:t>
            </a:r>
            <a:r>
              <a:rPr lang="en-US" altLang="en-US" dirty="0"/>
              <a:t>ı</a:t>
            </a:r>
            <a:r>
              <a:rPr lang="en-US" altLang="en-US" dirty="0"/>
              <a:t>f</a:t>
            </a:r>
            <a:r>
              <a:rPr lang="en-US" altLang="en-US" dirty="0"/>
              <a:t>ı</a:t>
            </a:r>
            <a:r>
              <a:rPr lang="en-US" altLang="en-US" dirty="0"/>
              <a:t>rland</a:t>
            </a:r>
            <a:r>
              <a:rPr lang="en-US" altLang="en-US" dirty="0"/>
              <a:t>ığı</a:t>
            </a:r>
            <a:r>
              <a:rPr lang="en-US" altLang="en-US" dirty="0"/>
              <a:t>nda ise Thread'ler zorunlu olarak bloklan</a:t>
            </a:r>
            <a:r>
              <a:rPr lang="en-US" altLang="en-US" dirty="0"/>
              <a:t>ı</a:t>
            </a:r>
            <a:r>
              <a:rPr lang="en-US" altLang="en-US" dirty="0"/>
              <a:t>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Semafor Operasyonlar</a:t>
            </a:r>
            <a:r>
              <a:rPr lang="en-US" altLang="en-US" dirty="0"/>
              <a:t>ı</a:t>
            </a:r>
            <a:r>
              <a:rPr lang="en-US" altLang="en-US" dirty="0"/>
              <a:t>: Kritik Bölgeyi Kontrol Etmek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acquire() (Edinme):</a:t>
            </a:r>
            <a:endParaRPr lang="en-US" altLang="en-US" dirty="0"/>
          </a:p>
          <a:p>
            <a:pPr lvl="1"/>
            <a:r>
              <a:rPr lang="en-US" altLang="en-US" dirty="0"/>
              <a:t>İ</a:t>
            </a:r>
            <a:r>
              <a:rPr lang="en-US" altLang="en-US" dirty="0"/>
              <a:t>zin al</a:t>
            </a:r>
            <a:r>
              <a:rPr lang="en-US" altLang="en-US" dirty="0"/>
              <a:t>ı</a:t>
            </a:r>
            <a:r>
              <a:rPr lang="en-US" altLang="en-US" dirty="0"/>
              <a:t>nd</a:t>
            </a:r>
            <a:r>
              <a:rPr lang="en-US" altLang="en-US" dirty="0"/>
              <a:t>ığı</a:t>
            </a:r>
            <a:r>
              <a:rPr lang="en-US" altLang="en-US" dirty="0"/>
              <a:t>nda, sayac</a:t>
            </a:r>
            <a:r>
              <a:rPr lang="en-US" altLang="en-US" dirty="0"/>
              <a:t>ı</a:t>
            </a:r>
            <a:r>
              <a:rPr lang="en-US" altLang="en-US" dirty="0"/>
              <a:t> bir azalt</a:t>
            </a:r>
            <a:r>
              <a:rPr lang="en-US" altLang="en-US" dirty="0"/>
              <a:t>ı</a:t>
            </a:r>
            <a:r>
              <a:rPr lang="en-US" altLang="en-US" dirty="0"/>
              <a:t>r.</a:t>
            </a:r>
            <a:endParaRPr lang="en-US" altLang="en-US" dirty="0"/>
          </a:p>
          <a:p>
            <a:pPr lvl="1"/>
            <a:r>
              <a:rPr lang="en-US" altLang="en-US" dirty="0"/>
              <a:t>E</a:t>
            </a:r>
            <a:r>
              <a:rPr lang="en-US" altLang="en-US" dirty="0"/>
              <a:t>ğ</a:t>
            </a:r>
            <a:r>
              <a:rPr lang="en-US" altLang="en-US" dirty="0"/>
              <a:t>er saya</a:t>
            </a:r>
            <a:r>
              <a:rPr lang="en-US" altLang="en-US" dirty="0"/>
              <a:t>ç</a:t>
            </a:r>
            <a:r>
              <a:rPr lang="en-US" altLang="en-US" dirty="0"/>
              <a:t> 0 ise, </a:t>
            </a:r>
            <a:r>
              <a:rPr lang="en-US" altLang="en-US" dirty="0"/>
              <a:t>ç</a:t>
            </a:r>
            <a:r>
              <a:rPr lang="en-US" altLang="en-US" dirty="0"/>
              <a:t>a</a:t>
            </a:r>
            <a:r>
              <a:rPr lang="en-US" altLang="en-US" dirty="0"/>
              <a:t>ğı</a:t>
            </a:r>
            <a:r>
              <a:rPr lang="en-US" altLang="en-US" dirty="0"/>
              <a:t>ran Thread bir izin serbest b</a:t>
            </a:r>
            <a:r>
              <a:rPr lang="en-US" altLang="en-US" dirty="0"/>
              <a:t>ı</a:t>
            </a:r>
            <a:r>
              <a:rPr lang="en-US" altLang="en-US" dirty="0"/>
              <a:t>rak</a:t>
            </a:r>
            <a:r>
              <a:rPr lang="en-US" altLang="en-US" dirty="0"/>
              <a:t>ı</a:t>
            </a:r>
            <a:r>
              <a:rPr lang="en-US" altLang="en-US" dirty="0"/>
              <a:t>lana kadar bloklan</a:t>
            </a:r>
            <a:r>
              <a:rPr lang="en-US" altLang="en-US" dirty="0"/>
              <a:t>ı</a:t>
            </a:r>
            <a:r>
              <a:rPr lang="en-US" altLang="en-US" dirty="0"/>
              <a:t>r (beklemeye ge</a:t>
            </a:r>
            <a:r>
              <a:rPr lang="en-US" altLang="en-US" dirty="0"/>
              <a:t>ç</a:t>
            </a:r>
            <a:r>
              <a:rPr lang="en-US" altLang="en-US" dirty="0"/>
              <a:t>er).</a:t>
            </a:r>
            <a:endParaRPr lang="en-US" altLang="en-US" dirty="0"/>
          </a:p>
          <a:p>
            <a:pPr lvl="0"/>
            <a:r>
              <a:rPr lang="en-US" altLang="en-US" dirty="0"/>
              <a:t>release() (Serbest B</a:t>
            </a:r>
            <a:r>
              <a:rPr lang="en-US" altLang="en-US" dirty="0"/>
              <a:t>ı</a:t>
            </a:r>
            <a:r>
              <a:rPr lang="en-US" altLang="en-US" dirty="0"/>
              <a:t>rakma):</a:t>
            </a:r>
            <a:endParaRPr lang="en-US" altLang="en-US" dirty="0"/>
          </a:p>
          <a:p>
            <a:pPr lvl="1"/>
            <a:r>
              <a:rPr lang="en-US" altLang="en-US" dirty="0"/>
              <a:t>Sayac</a:t>
            </a:r>
            <a:r>
              <a:rPr lang="en-US" altLang="en-US" dirty="0"/>
              <a:t>ı</a:t>
            </a:r>
            <a:r>
              <a:rPr lang="en-US" altLang="en-US" dirty="0"/>
              <a:t> bir art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r.</a:t>
            </a:r>
            <a:endParaRPr lang="en-US" altLang="en-US" dirty="0"/>
          </a:p>
          <a:p>
            <a:pPr lvl="1"/>
            <a:r>
              <a:rPr lang="en-US" altLang="en-US" dirty="0"/>
              <a:t>Saya</a:t>
            </a:r>
            <a:r>
              <a:rPr lang="en-US" altLang="en-US" dirty="0"/>
              <a:t>ç</a:t>
            </a:r>
            <a:r>
              <a:rPr lang="en-US" altLang="en-US" dirty="0"/>
              <a:t> pozitif hale geldi</a:t>
            </a:r>
            <a:r>
              <a:rPr lang="en-US" altLang="en-US" dirty="0"/>
              <a:t>ğ</a:t>
            </a:r>
            <a:r>
              <a:rPr lang="en-US" altLang="en-US" dirty="0"/>
              <a:t>i anda bekleyen Thread'lerden birini uyand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r.</a:t>
            </a:r>
            <a:endParaRPr lang="en-US" altLang="en-US" dirty="0"/>
          </a:p>
          <a:p>
            <a:pPr lvl="0"/>
            <a:r>
              <a:rPr lang="en-US" altLang="en-US" dirty="0"/>
              <a:t>acquire() ve release() </a:t>
            </a:r>
            <a:r>
              <a:rPr lang="en-US" altLang="en-US" dirty="0"/>
              <a:t>ç</a:t>
            </a:r>
            <a:r>
              <a:rPr lang="en-US" altLang="en-US" dirty="0"/>
              <a:t>a</a:t>
            </a:r>
            <a:r>
              <a:rPr lang="en-US" altLang="en-US" dirty="0"/>
              <a:t>ğ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lar</a:t>
            </a:r>
            <a:r>
              <a:rPr lang="en-US" altLang="en-US" dirty="0"/>
              <a:t>ı</a:t>
            </a:r>
            <a:r>
              <a:rPr lang="en-US" altLang="en-US" dirty="0"/>
              <a:t> aras</a:t>
            </a:r>
            <a:r>
              <a:rPr lang="en-US" altLang="en-US" dirty="0"/>
              <a:t>ı</a:t>
            </a:r>
            <a:r>
              <a:rPr lang="en-US" altLang="en-US" dirty="0"/>
              <a:t>nda kalan kod, </a:t>
            </a:r>
            <a:r>
              <a:rPr lang="en-US" altLang="en-US" dirty="0"/>
              <a:t>ç</a:t>
            </a:r>
            <a:r>
              <a:rPr lang="en-US" altLang="en-US" dirty="0"/>
              <a:t>oklu eri</a:t>
            </a:r>
            <a:r>
              <a:rPr lang="en-US" altLang="en-US" dirty="0"/>
              <a:t>ş</a:t>
            </a:r>
            <a:r>
              <a:rPr lang="en-US" altLang="en-US" dirty="0"/>
              <a:t>ime izin verilen ancak s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rland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lm</a:t>
            </a:r>
            <a:r>
              <a:rPr lang="en-US" altLang="en-US" dirty="0"/>
              <a:t>ış</a:t>
            </a:r>
            <a:r>
              <a:rPr lang="en-US" altLang="en-US" dirty="0"/>
              <a:t> kritik bölgeyi olu</a:t>
            </a:r>
            <a:r>
              <a:rPr lang="en-US" altLang="en-US" dirty="0"/>
              <a:t>ş</a:t>
            </a:r>
            <a:r>
              <a:rPr lang="en-US" altLang="en-US" dirty="0"/>
              <a:t>turur.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Semafor Operasyonlar</a:t>
            </a:r>
            <a:r>
              <a:rPr lang="en-US" altLang="en-US" dirty="0"/>
              <a:t>ı</a:t>
            </a:r>
            <a:r>
              <a:rPr lang="en-US" altLang="en-US" dirty="0"/>
              <a:t>: Kritik Bölgeyi Kontrol Etmek</a:t>
            </a:r>
            <a:endParaRPr lang="en-US" altLang="en-US" dirty="0"/>
          </a:p>
        </p:txBody>
      </p:sp>
      <p:pic>
        <p:nvPicPr>
          <p:cNvPr id="3" name="Resim 2" descr="cl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190" y="2209800"/>
            <a:ext cx="8388990" cy="457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Python Programlama Dili ile Semafor Uygulamas</a:t>
            </a:r>
            <a:r>
              <a:rPr lang="en-US" altLang="en-US" dirty="0"/>
              <a:t>ı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from threading import Semaphore</a:t>
            </a:r>
            <a:endParaRPr lang="en-US" altLang="en-US" dirty="0"/>
          </a:p>
          <a:p>
            <a:r>
              <a:rPr lang="en-US" altLang="en-US" dirty="0"/>
              <a:t>semafor = Semaphore(N) ifadesi ile N adet izne sahip Semafor nesnesi </a:t>
            </a:r>
            <a:r>
              <a:rPr lang="tr-TR" dirty="0"/>
              <a:t>oluşturulur</a:t>
            </a:r>
            <a:r>
              <a:rPr lang="en-US" altLang="en-US" dirty="0"/>
              <a:t>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Python Programlama Dili ile Semafor Uygulamas</a:t>
            </a:r>
            <a:r>
              <a:rPr lang="en-US" altLang="en-US" dirty="0"/>
              <a:t>ı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09855" indent="0">
              <a:buNone/>
            </a:pPr>
            <a:r>
              <a:rPr lang="en-US" altLang="en-US" dirty="0"/>
              <a:t>from threading import Semaphore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# Ayn</a:t>
            </a:r>
            <a:r>
              <a:rPr lang="en-US" altLang="en-US" dirty="0"/>
              <a:t>ı</a:t>
            </a:r>
            <a:r>
              <a:rPr lang="en-US" altLang="en-US" dirty="0"/>
              <a:t> anda 4 Thread'e izin veren bir havuz olu</a:t>
            </a:r>
            <a:r>
              <a:rPr lang="en-US" altLang="en-US" dirty="0"/>
              <a:t>ş</a:t>
            </a:r>
            <a:r>
              <a:rPr lang="en-US" altLang="en-US" dirty="0"/>
              <a:t>turulur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havuz_kontrolu = Semaphore(4) 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def kaynak_kullan(isim):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havuz_kontrolu.acquire()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print(f"Thread {isim}: Kriti</a:t>
            </a:r>
            <a:r>
              <a:rPr lang="en-US" altLang="en-US" dirty="0"/>
              <a:t>ğ</a:t>
            </a:r>
            <a:r>
              <a:rPr lang="en-US" altLang="en-US" dirty="0"/>
              <a:t>e Girdi. </a:t>
            </a:r>
            <a:r>
              <a:rPr lang="en-US" altLang="en-US" dirty="0"/>
              <a:t>İ</a:t>
            </a:r>
            <a:r>
              <a:rPr lang="en-US" altLang="en-US" dirty="0"/>
              <a:t>zinler azald</a:t>
            </a:r>
            <a:r>
              <a:rPr lang="en-US" altLang="en-US" dirty="0"/>
              <a:t>ı</a:t>
            </a:r>
            <a:r>
              <a:rPr lang="en-US" altLang="en-US" dirty="0"/>
              <a:t>.")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# Kayna</a:t>
            </a:r>
            <a:r>
              <a:rPr lang="en-US" altLang="en-US" dirty="0"/>
              <a:t>ğı</a:t>
            </a:r>
            <a:r>
              <a:rPr lang="en-US" altLang="en-US" dirty="0"/>
              <a:t>n kullan</a:t>
            </a:r>
            <a:r>
              <a:rPr lang="en-US" altLang="en-US" dirty="0"/>
              <a:t>ı</a:t>
            </a:r>
            <a:r>
              <a:rPr lang="en-US" altLang="en-US" dirty="0"/>
              <a:t>m kodlar</a:t>
            </a:r>
            <a:r>
              <a:rPr lang="en-US" altLang="en-US" dirty="0"/>
              <a:t>ı</a:t>
            </a:r>
            <a:r>
              <a:rPr lang="en-US" altLang="en-US" dirty="0"/>
              <a:t> yer al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havuz_kontrolu.release()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print(f"Thread {isim}: Kayna</a:t>
            </a:r>
            <a:r>
              <a:rPr lang="en-US" altLang="en-US" dirty="0"/>
              <a:t>ğı</a:t>
            </a:r>
            <a:r>
              <a:rPr lang="en-US" altLang="en-US" dirty="0"/>
              <a:t> Serbest B</a:t>
            </a:r>
            <a:r>
              <a:rPr lang="en-US" altLang="en-US" dirty="0"/>
              <a:t>ı</a:t>
            </a:r>
            <a:r>
              <a:rPr lang="en-US" altLang="en-US" dirty="0"/>
              <a:t>rakt</a:t>
            </a:r>
            <a:r>
              <a:rPr lang="en-US" altLang="en-US" dirty="0"/>
              <a:t>ı</a:t>
            </a:r>
            <a:r>
              <a:rPr lang="en-US" altLang="en-US" dirty="0"/>
              <a:t>. </a:t>
            </a:r>
            <a:r>
              <a:rPr lang="en-US" altLang="en-US" dirty="0"/>
              <a:t>İ</a:t>
            </a:r>
            <a:r>
              <a:rPr lang="en-US" altLang="en-US" dirty="0"/>
              <a:t>zinler artt</a:t>
            </a:r>
            <a:r>
              <a:rPr lang="en-US" altLang="en-US" dirty="0"/>
              <a:t>ı</a:t>
            </a:r>
            <a:r>
              <a:rPr lang="en-US" altLang="en-US" dirty="0"/>
              <a:t>.")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Python Programlama Dili ile Semafor Uygulamas</a:t>
            </a:r>
            <a:r>
              <a:rPr lang="en-US" altLang="en-US" dirty="0"/>
              <a:t>ı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A</a:t>
            </a:r>
            <a:r>
              <a:rPr lang="en-US" altLang="en-US" dirty="0"/>
              <a:t>ş</a:t>
            </a:r>
            <a:r>
              <a:rPr lang="en-US" altLang="en-US" dirty="0"/>
              <a:t>a</a:t>
            </a:r>
            <a:r>
              <a:rPr lang="en-US" altLang="en-US" dirty="0"/>
              <a:t>ğı</a:t>
            </a:r>
            <a:r>
              <a:rPr lang="en-US" altLang="en-US" dirty="0"/>
              <a:t>daki Python kodu </a:t>
            </a:r>
            <a:r>
              <a:rPr lang="en-US" altLang="en-US" dirty="0"/>
              <a:t>ç</a:t>
            </a:r>
            <a:r>
              <a:rPr lang="en-US" altLang="en-US" dirty="0"/>
              <a:t>al</a:t>
            </a:r>
            <a:r>
              <a:rPr lang="en-US" altLang="en-US" dirty="0"/>
              <a:t>ış</a:t>
            </a:r>
            <a:r>
              <a:rPr lang="en-US" altLang="en-US" dirty="0"/>
              <a:t>t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ld</a:t>
            </a:r>
            <a:r>
              <a:rPr lang="en-US" altLang="en-US" dirty="0"/>
              <a:t>ığı</a:t>
            </a:r>
            <a:r>
              <a:rPr lang="en-US" altLang="en-US" dirty="0"/>
              <a:t>nda konsol </a:t>
            </a:r>
            <a:r>
              <a:rPr lang="en-US" altLang="en-US" dirty="0"/>
              <a:t>çı</a:t>
            </a:r>
            <a:r>
              <a:rPr lang="en-US" altLang="en-US" dirty="0"/>
              <a:t>kt</a:t>
            </a:r>
            <a:r>
              <a:rPr lang="en-US" altLang="en-US" dirty="0"/>
              <a:t>ı</a:t>
            </a:r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 ne olur?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threading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sem = threading.Semaphore(0)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print('Ba</a:t>
            </a:r>
            <a:r>
              <a:rPr lang="en-US" altLang="en-US" dirty="0"/>
              <a:t>ş</a:t>
            </a:r>
            <a:r>
              <a:rPr lang="en-US" altLang="en-US" dirty="0"/>
              <a:t>la')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sem.acquire()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print('Bitti')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Python Programlama Dili ile Semafor Uygulamas</a:t>
            </a:r>
            <a:r>
              <a:rPr lang="en-US" altLang="en-US" dirty="0"/>
              <a:t>ı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 marL="109855" indent="0">
              <a:buNone/>
            </a:pPr>
            <a:r>
              <a:rPr lang="en-US" altLang="en-US" dirty="0"/>
              <a:t>from threading import Semaphore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time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havuz_kontrolu = Semaphore(4)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def kaynak_kullan(isim):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with havuz_kontrolu: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print(f"Thread {isim}: Kriti</a:t>
            </a:r>
            <a:r>
              <a:rPr lang="en-US" altLang="en-US" dirty="0"/>
              <a:t>ğ</a:t>
            </a:r>
            <a:r>
              <a:rPr lang="en-US" altLang="en-US" dirty="0"/>
              <a:t>e Girdi. </a:t>
            </a:r>
            <a:r>
              <a:rPr lang="en-US" altLang="en-US" dirty="0"/>
              <a:t>İ</a:t>
            </a:r>
            <a:r>
              <a:rPr lang="en-US" altLang="en-US" dirty="0"/>
              <a:t>zinler azald</a:t>
            </a:r>
            <a:r>
              <a:rPr lang="en-US" altLang="en-US" dirty="0"/>
              <a:t>ı</a:t>
            </a:r>
            <a:r>
              <a:rPr lang="en-US" altLang="en-US" dirty="0"/>
              <a:t>.")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time.sleep(1) 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print(f"Thread {isim}: </a:t>
            </a:r>
            <a:r>
              <a:rPr lang="en-US" altLang="en-US" dirty="0"/>
              <a:t>İş</a:t>
            </a:r>
            <a:r>
              <a:rPr lang="en-US" altLang="en-US" dirty="0"/>
              <a:t>ini bitirdi, </a:t>
            </a:r>
            <a:r>
              <a:rPr lang="en-US" altLang="en-US" dirty="0"/>
              <a:t>çı</a:t>
            </a:r>
            <a:r>
              <a:rPr lang="en-US" altLang="en-US" dirty="0"/>
              <a:t>k</a:t>
            </a:r>
            <a:r>
              <a:rPr lang="en-US" altLang="en-US" dirty="0"/>
              <a:t>ı</a:t>
            </a:r>
            <a:r>
              <a:rPr lang="en-US" altLang="en-US" dirty="0"/>
              <a:t>yor.")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Python Programlama Dili ile Semafor Uygulamas</a:t>
            </a:r>
            <a:r>
              <a:rPr lang="en-US" altLang="en-US" dirty="0"/>
              <a:t>ı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r>
              <a:rPr lang="en-US" altLang="en-US" dirty="0"/>
              <a:t>with (Context Manager) yap</a:t>
            </a:r>
            <a:r>
              <a:rPr lang="en-US" altLang="en-US" dirty="0"/>
              <a:t>ı</a:t>
            </a:r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 kullan</a:t>
            </a:r>
            <a:r>
              <a:rPr lang="en-US" altLang="en-US" dirty="0"/>
              <a:t>ı</a:t>
            </a:r>
            <a:r>
              <a:rPr lang="en-US" altLang="en-US" dirty="0"/>
              <a:t>lan a</a:t>
            </a:r>
            <a:r>
              <a:rPr lang="en-US" altLang="en-US" dirty="0"/>
              <a:t>ş</a:t>
            </a:r>
            <a:r>
              <a:rPr lang="en-US" altLang="en-US" dirty="0"/>
              <a:t>a</a:t>
            </a:r>
            <a:r>
              <a:rPr lang="en-US" altLang="en-US" dirty="0"/>
              <a:t>ğı</a:t>
            </a:r>
            <a:r>
              <a:rPr lang="en-US" altLang="en-US" dirty="0"/>
              <a:t>daki kodda, blok i</a:t>
            </a:r>
            <a:r>
              <a:rPr lang="en-US" altLang="en-US" dirty="0"/>
              <a:t>ç</a:t>
            </a:r>
            <a:r>
              <a:rPr lang="en-US" altLang="en-US" dirty="0"/>
              <a:t>inde bir hata olu</a:t>
            </a:r>
            <a:r>
              <a:rPr lang="en-US" altLang="en-US" dirty="0"/>
              <a:t>ş</a:t>
            </a:r>
            <a:r>
              <a:rPr lang="en-US" altLang="en-US" dirty="0"/>
              <a:t>ursa Semaforun durumu ne olur?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threading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sem = threading.Semaphore(1)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try: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with sem: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print('Girdi')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x = 1 / 0 # Hata olu</a:t>
            </a:r>
            <a:r>
              <a:rPr lang="en-US" altLang="en-US" dirty="0"/>
              <a:t>ş</a:t>
            </a:r>
            <a:r>
              <a:rPr lang="en-US" altLang="en-US" dirty="0"/>
              <a:t>turur (ZeroDivisionError)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except ZeroDivisionError: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print('Hata olu</a:t>
            </a:r>
            <a:r>
              <a:rPr lang="en-US" altLang="en-US" dirty="0"/>
              <a:t>ş</a:t>
            </a:r>
            <a:r>
              <a:rPr lang="en-US" altLang="en-US" dirty="0"/>
              <a:t>tu')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# Buradaki soru: sem.acquire() yap</a:t>
            </a:r>
            <a:r>
              <a:rPr lang="en-US" altLang="en-US" dirty="0"/>
              <a:t>ı</a:t>
            </a:r>
            <a:r>
              <a:rPr lang="en-US" altLang="en-US" dirty="0"/>
              <a:t>lm</a:t>
            </a:r>
            <a:r>
              <a:rPr lang="en-US" altLang="en-US" dirty="0"/>
              <a:t>ış</a:t>
            </a:r>
            <a:r>
              <a:rPr lang="en-US" altLang="en-US" dirty="0"/>
              <a:t>t</a:t>
            </a:r>
            <a:r>
              <a:rPr lang="en-US" altLang="en-US" dirty="0"/>
              <a:t>ı</a:t>
            </a:r>
            <a:r>
              <a:rPr lang="en-US" altLang="en-US" dirty="0"/>
              <a:t>, release() oldu mu?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print(f'Semafor De</a:t>
            </a:r>
            <a:r>
              <a:rPr lang="en-US" altLang="en-US" dirty="0"/>
              <a:t>ğ</a:t>
            </a:r>
            <a:r>
              <a:rPr lang="en-US" altLang="en-US" dirty="0"/>
              <a:t>eri: {sem._value}')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Python Programlama Dili ile Semafor Uygulamas</a:t>
            </a:r>
            <a:r>
              <a:rPr lang="en-US" altLang="en-US" dirty="0"/>
              <a:t>ı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Otopark senaryosu: Toplam 4 park yeri bulunan bir otoparka 10 aracın girmek istediğini düşünelim. Semafor kullanarak bu senaryoyu gerçekleştiren Python kodunu yazınız.</a:t>
            </a:r>
            <a:endParaRPr lang="tr-TR" dirty="0"/>
          </a:p>
        </p:txBody>
      </p:sp>
      <p:pic>
        <p:nvPicPr>
          <p:cNvPr id="5" name="Resim 4" descr="cl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9775" y="3500120"/>
            <a:ext cx="5631817" cy="307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Python Programlama Dili ile Semafor Uygulamas</a:t>
            </a:r>
            <a:r>
              <a:rPr lang="en-US" altLang="en-US" dirty="0"/>
              <a:t>ı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pPr marL="109855" indent="0">
              <a:buNone/>
            </a:pPr>
            <a:r>
              <a:rPr lang="en-US" altLang="en-US" dirty="0"/>
              <a:t>import threading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time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random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# Otopark kapasitesi: </a:t>
            </a:r>
            <a:r>
              <a:rPr lang="tr-TR" altLang="en-US" dirty="0"/>
              <a:t>4</a:t>
            </a:r>
            <a:r>
              <a:rPr lang="en-US" altLang="en-US" dirty="0"/>
              <a:t> Ara</a:t>
            </a:r>
            <a:r>
              <a:rPr lang="en-US" altLang="en-US" dirty="0"/>
              <a:t>ç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otopark_semaforu = threading.Semaphore(</a:t>
            </a:r>
            <a:r>
              <a:rPr lang="tr-TR" altLang="en-US" dirty="0"/>
              <a:t>4</a:t>
            </a:r>
            <a:r>
              <a:rPr lang="en-US" altLang="en-US" dirty="0"/>
              <a:t>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def arabayi_park_et(arac_no):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print(f"Ara</a:t>
            </a:r>
            <a:r>
              <a:rPr lang="en-US" altLang="en-US" dirty="0"/>
              <a:t>ç</a:t>
            </a:r>
            <a:r>
              <a:rPr lang="en-US" altLang="en-US" dirty="0"/>
              <a:t> {arac_no} kap</a:t>
            </a:r>
            <a:r>
              <a:rPr lang="en-US" altLang="en-US" dirty="0"/>
              <a:t>ı</a:t>
            </a:r>
            <a:r>
              <a:rPr lang="en-US" altLang="en-US" dirty="0"/>
              <a:t>ya geldi, yer bekliyor...")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with otopark_semaforu: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print(f"{arac_no} PARK ETT</a:t>
            </a:r>
            <a:r>
              <a:rPr lang="en-US" altLang="en-US" dirty="0"/>
              <a:t>İ</a:t>
            </a:r>
            <a:r>
              <a:rPr lang="en-US" altLang="en-US" dirty="0"/>
              <a:t>. (</a:t>
            </a:r>
            <a:r>
              <a:rPr lang="en-US" altLang="en-US" dirty="0"/>
              <a:t>İç</a:t>
            </a:r>
            <a:r>
              <a:rPr lang="en-US" altLang="en-US" dirty="0"/>
              <a:t>erideki ara</a:t>
            </a:r>
            <a:r>
              <a:rPr lang="en-US" altLang="en-US" dirty="0"/>
              <a:t>ç</a:t>
            </a:r>
            <a:r>
              <a:rPr lang="en-US" altLang="en-US" dirty="0"/>
              <a:t> say</a:t>
            </a:r>
            <a:r>
              <a:rPr lang="en-US" altLang="en-US" dirty="0"/>
              <a:t>ı</a:t>
            </a:r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 art</a:t>
            </a:r>
            <a:r>
              <a:rPr lang="en-US" altLang="en-US" dirty="0"/>
              <a:t>ı</a:t>
            </a:r>
            <a:r>
              <a:rPr lang="en-US" altLang="en-US" dirty="0"/>
              <a:t>yor)")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time.sleep(random.randint(1, 3)) # Park süresi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print(f"{arac_no} </a:t>
            </a:r>
            <a:r>
              <a:rPr lang="en-US" altLang="en-US" dirty="0"/>
              <a:t>Ç</a:t>
            </a:r>
            <a:r>
              <a:rPr lang="en-US" altLang="en-US" dirty="0"/>
              <a:t>IKI</a:t>
            </a:r>
            <a:r>
              <a:rPr lang="en-US" altLang="en-US" dirty="0"/>
              <a:t>Ş</a:t>
            </a:r>
            <a:r>
              <a:rPr lang="en-US" altLang="en-US" dirty="0"/>
              <a:t> YAPTI.")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threadler = []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for i in range(1, </a:t>
            </a:r>
            <a:r>
              <a:rPr lang="tr-TR" altLang="en-US" dirty="0"/>
              <a:t>11</a:t>
            </a:r>
            <a:r>
              <a:rPr lang="en-US" altLang="en-US" dirty="0"/>
              <a:t>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t = threading.Thread(target=arabayi_park_et, args=(i,))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threadler.append(t)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t.start()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Kod Ak</a:t>
            </a:r>
            <a:r>
              <a:rPr lang="en-US" altLang="en-US" dirty="0"/>
              <a:t>ışı</a:t>
            </a:r>
            <a:r>
              <a:rPr lang="en-US" altLang="en-US" dirty="0"/>
              <a:t> Analizi: Kritik Bölge </a:t>
            </a:r>
            <a:r>
              <a:rPr lang="en-US" altLang="en-US" dirty="0"/>
              <a:t>İç</a:t>
            </a:r>
            <a:r>
              <a:rPr lang="en-US" altLang="en-US" dirty="0"/>
              <a:t>inde Semafor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Thread'lerin, sadece N tanesinin ayn</a:t>
            </a:r>
            <a:r>
              <a:rPr lang="en-US" altLang="en-US" dirty="0"/>
              <a:t>ı</a:t>
            </a:r>
            <a:r>
              <a:rPr lang="en-US" altLang="en-US" dirty="0"/>
              <a:t> anda </a:t>
            </a:r>
            <a:r>
              <a:rPr lang="en-US" altLang="en-US" dirty="0"/>
              <a:t>ç</a:t>
            </a:r>
            <a:r>
              <a:rPr lang="en-US" altLang="en-US" dirty="0"/>
              <a:t>al</a:t>
            </a:r>
            <a:r>
              <a:rPr lang="en-US" altLang="en-US" dirty="0"/>
              <a:t>ış</a:t>
            </a:r>
            <a:r>
              <a:rPr lang="en-US" altLang="en-US" dirty="0"/>
              <a:t>abilece</a:t>
            </a:r>
            <a:r>
              <a:rPr lang="en-US" altLang="en-US" dirty="0"/>
              <a:t>ğ</a:t>
            </a:r>
            <a:r>
              <a:rPr lang="en-US" altLang="en-US" dirty="0"/>
              <a:t>i bir kod bölümüne kontrollü giri</a:t>
            </a:r>
            <a:r>
              <a:rPr lang="en-US" altLang="en-US" dirty="0"/>
              <a:t>ş</a:t>
            </a:r>
            <a:r>
              <a:rPr lang="en-US" altLang="en-US" dirty="0"/>
              <a:t>i.</a:t>
            </a:r>
            <a:endParaRPr lang="en-US" altLang="en-US" dirty="0"/>
          </a:p>
          <a:p>
            <a:r>
              <a:rPr lang="en-US" altLang="en-US" dirty="0"/>
              <a:t>Be</a:t>
            </a:r>
            <a:r>
              <a:rPr lang="en-US" altLang="en-US" dirty="0"/>
              <a:t>ş</a:t>
            </a:r>
            <a:r>
              <a:rPr lang="en-US" altLang="en-US" dirty="0"/>
              <a:t>inci Thread, izin veren ilk dört Thread release() metodunu </a:t>
            </a:r>
            <a:r>
              <a:rPr lang="en-US" altLang="en-US" dirty="0"/>
              <a:t>ç</a:t>
            </a:r>
            <a:r>
              <a:rPr lang="en-US" altLang="en-US" dirty="0"/>
              <a:t>a</a:t>
            </a:r>
            <a:r>
              <a:rPr lang="en-US" altLang="en-US" dirty="0"/>
              <a:t>ğı</a:t>
            </a:r>
            <a:r>
              <a:rPr lang="en-US" altLang="en-US" dirty="0"/>
              <a:t>rana kadar acquire() </a:t>
            </a:r>
            <a:r>
              <a:rPr lang="en-US" altLang="en-US" dirty="0"/>
              <a:t>ç</a:t>
            </a:r>
            <a:r>
              <a:rPr lang="en-US" altLang="en-US" dirty="0"/>
              <a:t>a</a:t>
            </a:r>
            <a:r>
              <a:rPr lang="en-US" altLang="en-US" dirty="0"/>
              <a:t>ğ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nda bloklanacakt</a:t>
            </a:r>
            <a:r>
              <a:rPr lang="en-US" altLang="en-US" dirty="0"/>
              <a:t>ı</a:t>
            </a:r>
            <a:r>
              <a:rPr lang="en-US" altLang="en-US" dirty="0"/>
              <a:t>r. Bu, N-izin kural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n uygulanmas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 garanti eder.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Uygulama Alan</a:t>
            </a:r>
            <a:r>
              <a:rPr lang="en-US" altLang="en-US" dirty="0"/>
              <a:t>ı</a:t>
            </a:r>
            <a:r>
              <a:rPr lang="en-US" altLang="en-US" dirty="0"/>
              <a:t>: Veritaban</a:t>
            </a:r>
            <a:r>
              <a:rPr lang="en-US" altLang="en-US" dirty="0"/>
              <a:t>ı</a:t>
            </a:r>
            <a:r>
              <a:rPr lang="en-US" altLang="en-US" dirty="0"/>
              <a:t> Ba</a:t>
            </a:r>
            <a:r>
              <a:rPr lang="en-US" altLang="en-US" dirty="0"/>
              <a:t>ğ</a:t>
            </a:r>
            <a:r>
              <a:rPr lang="en-US" altLang="en-US" dirty="0"/>
              <a:t>lant</a:t>
            </a:r>
            <a:r>
              <a:rPr lang="en-US" altLang="en-US" dirty="0"/>
              <a:t>ı</a:t>
            </a:r>
            <a:r>
              <a:rPr lang="en-US" altLang="en-US" dirty="0"/>
              <a:t> Havuzu Yönetimi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Bir kurumsal uygulamada, veritaban</a:t>
            </a:r>
            <a:r>
              <a:rPr lang="en-US" altLang="en-US" dirty="0"/>
              <a:t>ı</a:t>
            </a:r>
            <a:r>
              <a:rPr lang="en-US" altLang="en-US" dirty="0"/>
              <a:t> sunucusunun performans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 korumak amac</a:t>
            </a:r>
            <a:r>
              <a:rPr lang="en-US" altLang="en-US" dirty="0"/>
              <a:t>ı</a:t>
            </a:r>
            <a:r>
              <a:rPr lang="en-US" altLang="en-US" dirty="0"/>
              <a:t>yla ayn</a:t>
            </a:r>
            <a:r>
              <a:rPr lang="en-US" altLang="en-US" dirty="0"/>
              <a:t>ı</a:t>
            </a:r>
            <a:r>
              <a:rPr lang="en-US" altLang="en-US" dirty="0"/>
              <a:t> anda en fazla N adet ba</a:t>
            </a:r>
            <a:r>
              <a:rPr lang="en-US" altLang="en-US" dirty="0"/>
              <a:t>ğ</a:t>
            </a:r>
            <a:r>
              <a:rPr lang="en-US" altLang="en-US" dirty="0"/>
              <a:t>lant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n a</a:t>
            </a:r>
            <a:r>
              <a:rPr lang="en-US" altLang="en-US" dirty="0"/>
              <a:t>çı</a:t>
            </a:r>
            <a:r>
              <a:rPr lang="en-US" altLang="en-US" dirty="0"/>
              <a:t>k tutulmas</a:t>
            </a:r>
            <a:r>
              <a:rPr lang="en-US" altLang="en-US" dirty="0"/>
              <a:t>ı</a:t>
            </a:r>
            <a:r>
              <a:rPr lang="en-US" altLang="en-US" dirty="0"/>
              <a:t> istenir.</a:t>
            </a:r>
            <a:endParaRPr lang="en-US" altLang="en-US" dirty="0"/>
          </a:p>
          <a:p>
            <a:r>
              <a:rPr lang="en-US" altLang="en-US" dirty="0"/>
              <a:t>Semaphore(N) kullan</a:t>
            </a:r>
            <a:r>
              <a:rPr lang="en-US" altLang="en-US" dirty="0"/>
              <a:t>ı</a:t>
            </a:r>
            <a:r>
              <a:rPr lang="en-US" altLang="en-US" dirty="0"/>
              <a:t>larak, ba</a:t>
            </a:r>
            <a:r>
              <a:rPr lang="en-US" altLang="en-US" dirty="0"/>
              <a:t>ğ</a:t>
            </a:r>
            <a:r>
              <a:rPr lang="en-US" altLang="en-US" dirty="0"/>
              <a:t>lant</a:t>
            </a:r>
            <a:r>
              <a:rPr lang="en-US" altLang="en-US" dirty="0"/>
              <a:t>ı</a:t>
            </a:r>
            <a:r>
              <a:rPr lang="en-US" altLang="en-US" dirty="0"/>
              <a:t> havuzuna eri</a:t>
            </a:r>
            <a:r>
              <a:rPr lang="en-US" altLang="en-US" dirty="0"/>
              <a:t>ş</a:t>
            </a:r>
            <a:r>
              <a:rPr lang="en-US" altLang="en-US" dirty="0"/>
              <a:t>im lisans</a:t>
            </a:r>
            <a:r>
              <a:rPr lang="en-US" altLang="en-US" dirty="0"/>
              <a:t>ı</a:t>
            </a:r>
            <a:r>
              <a:rPr lang="en-US" altLang="en-US" dirty="0"/>
              <a:t> modellenir. Thread'ler, veritaban</a:t>
            </a:r>
            <a:r>
              <a:rPr lang="en-US" altLang="en-US" dirty="0"/>
              <a:t>ı</a:t>
            </a:r>
            <a:r>
              <a:rPr lang="en-US" altLang="en-US" dirty="0"/>
              <a:t>na sorgu göndermeden önce izin edinmek zorundad</a:t>
            </a:r>
            <a:r>
              <a:rPr lang="en-US" altLang="en-US" dirty="0"/>
              <a:t>ı</a:t>
            </a:r>
            <a:r>
              <a:rPr lang="en-US" altLang="en-US" dirty="0"/>
              <a:t>r.</a:t>
            </a:r>
            <a:endParaRPr lang="en-US" altLang="en-US" dirty="0"/>
          </a:p>
          <a:p>
            <a:r>
              <a:rPr lang="en-US" altLang="en-US" dirty="0"/>
              <a:t>Bu yöntem, veritaban</a:t>
            </a:r>
            <a:r>
              <a:rPr lang="en-US" altLang="en-US" dirty="0"/>
              <a:t>ı</a:t>
            </a:r>
            <a:r>
              <a:rPr lang="en-US" altLang="en-US" dirty="0"/>
              <a:t> sunucusunun a</a:t>
            </a:r>
            <a:r>
              <a:rPr lang="en-US" altLang="en-US" dirty="0"/>
              <a:t>şı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 yüklenmesini ve kaynaklar</a:t>
            </a:r>
            <a:r>
              <a:rPr lang="en-US" altLang="en-US" dirty="0"/>
              <a:t>ı</a:t>
            </a:r>
            <a:r>
              <a:rPr lang="en-US" altLang="en-US" dirty="0"/>
              <a:t>n tükenmesini engeller.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Uygulama Alan</a:t>
            </a:r>
            <a:r>
              <a:rPr lang="en-US" altLang="en-US" dirty="0"/>
              <a:t>ı</a:t>
            </a:r>
            <a:r>
              <a:rPr lang="en-US" altLang="en-US" dirty="0"/>
              <a:t>: Veritaban</a:t>
            </a:r>
            <a:r>
              <a:rPr lang="en-US" altLang="en-US" dirty="0"/>
              <a:t>ı</a:t>
            </a:r>
            <a:r>
              <a:rPr lang="en-US" altLang="en-US" dirty="0"/>
              <a:t> Ba</a:t>
            </a:r>
            <a:r>
              <a:rPr lang="en-US" altLang="en-US" dirty="0"/>
              <a:t>ğ</a:t>
            </a:r>
            <a:r>
              <a:rPr lang="en-US" altLang="en-US" dirty="0"/>
              <a:t>lant</a:t>
            </a:r>
            <a:r>
              <a:rPr lang="en-US" altLang="en-US" dirty="0"/>
              <a:t>ı</a:t>
            </a:r>
            <a:r>
              <a:rPr lang="en-US" altLang="en-US" dirty="0"/>
              <a:t> Havuzu Yönetimi</a:t>
            </a:r>
            <a:endParaRPr lang="en-US" altLang="en-US" dirty="0"/>
          </a:p>
        </p:txBody>
      </p:sp>
      <p:pic>
        <p:nvPicPr>
          <p:cNvPr id="7" name="Resim 6" descr="cl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2330" y="2209800"/>
            <a:ext cx="7926749" cy="432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Python Programlama Dili ile Semafor Uygulamas</a:t>
            </a:r>
            <a:r>
              <a:rPr lang="en-US" altLang="en-US" dirty="0"/>
              <a:t>ı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Toplam 10 dosyan</a:t>
            </a:r>
            <a:r>
              <a:rPr lang="en-US" altLang="en-US" dirty="0"/>
              <a:t>ı</a:t>
            </a:r>
            <a:r>
              <a:rPr lang="en-US" altLang="en-US" dirty="0"/>
              <a:t>n indirilmek istendi</a:t>
            </a:r>
            <a:r>
              <a:rPr lang="en-US" altLang="en-US" dirty="0"/>
              <a:t>ğ</a:t>
            </a:r>
            <a:r>
              <a:rPr lang="en-US" altLang="en-US" dirty="0"/>
              <a:t>i, ancak ayn</a:t>
            </a:r>
            <a:r>
              <a:rPr lang="en-US" altLang="en-US" dirty="0"/>
              <a:t>ı</a:t>
            </a:r>
            <a:r>
              <a:rPr lang="en-US" altLang="en-US" dirty="0"/>
              <a:t> anda en fazla 3 dosyan</a:t>
            </a:r>
            <a:r>
              <a:rPr lang="en-US" altLang="en-US" dirty="0"/>
              <a:t>ı</a:t>
            </a:r>
            <a:r>
              <a:rPr lang="en-US" altLang="en-US" dirty="0"/>
              <a:t>n indirilebildi</a:t>
            </a:r>
            <a:r>
              <a:rPr lang="en-US" altLang="en-US" dirty="0"/>
              <a:t>ğ</a:t>
            </a:r>
            <a:r>
              <a:rPr lang="en-US" altLang="en-US" dirty="0"/>
              <a:t>i bir sistem yaz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z.</a:t>
            </a:r>
            <a:endParaRPr lang="en-US" altLang="en-US" dirty="0"/>
          </a:p>
          <a:p>
            <a:pPr lvl="1"/>
            <a:r>
              <a:rPr lang="en-US" altLang="en-US" dirty="0"/>
              <a:t>threading.Semaphore(3) ve with yap</a:t>
            </a:r>
            <a:r>
              <a:rPr lang="en-US" altLang="en-US" dirty="0"/>
              <a:t>ı</a:t>
            </a:r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 kullan</a:t>
            </a:r>
            <a:r>
              <a:rPr lang="en-US" altLang="en-US" dirty="0"/>
              <a:t>ı</a:t>
            </a:r>
            <a:r>
              <a:rPr lang="en-US" altLang="en-US" dirty="0"/>
              <a:t>n.</a:t>
            </a:r>
            <a:endParaRPr lang="en-US" altLang="en-US" dirty="0"/>
          </a:p>
          <a:p>
            <a:pPr lvl="1"/>
            <a:r>
              <a:rPr lang="en-US" altLang="en-US" dirty="0"/>
              <a:t>Her thread ekrana "</a:t>
            </a:r>
            <a:r>
              <a:rPr lang="en-US" altLang="en-US" dirty="0"/>
              <a:t>İ</a:t>
            </a:r>
            <a:r>
              <a:rPr lang="en-US" altLang="en-US" dirty="0"/>
              <a:t>ndiriliyor..." ve bitince "Tamamland</a:t>
            </a:r>
            <a:r>
              <a:rPr lang="en-US" altLang="en-US" dirty="0"/>
              <a:t>ı</a:t>
            </a:r>
            <a:r>
              <a:rPr lang="en-US" altLang="en-US" dirty="0"/>
              <a:t>" yazs</a:t>
            </a:r>
            <a:r>
              <a:rPr lang="en-US" altLang="en-US" dirty="0"/>
              <a:t>ı</a:t>
            </a:r>
            <a:r>
              <a:rPr lang="en-US" altLang="en-US" dirty="0"/>
              <a:t>n.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Python Programlama Dili ile Semafor Uygulamas</a:t>
            </a:r>
            <a:r>
              <a:rPr lang="en-US" altLang="en-US" dirty="0"/>
              <a:t>ı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pPr marL="109855" indent="0">
              <a:buNone/>
            </a:pPr>
            <a:r>
              <a:rPr lang="en-US" altLang="en-US" dirty="0"/>
              <a:t>import threading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time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limit = threading.Semaphore(3)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def indir(id):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with limit: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print(f"Dosya {id}: </a:t>
            </a:r>
            <a:r>
              <a:rPr lang="en-US" altLang="en-US" dirty="0"/>
              <a:t>İ</a:t>
            </a:r>
            <a:r>
              <a:rPr lang="en-US" altLang="en-US" dirty="0"/>
              <a:t>ndiriliyor...")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time.sleep(1)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print(f"Dosya {id}: Tamamland</a:t>
            </a:r>
            <a:r>
              <a:rPr lang="en-US" altLang="en-US" dirty="0"/>
              <a:t>ı</a:t>
            </a:r>
            <a:r>
              <a:rPr lang="en-US" altLang="en-US" dirty="0"/>
              <a:t>.")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for i in range(10):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threading.Thread(target=indir, args=(i,)).start()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BoundedSemaphore: Saya</a:t>
            </a:r>
            <a:r>
              <a:rPr lang="en-US" altLang="en-US" dirty="0"/>
              <a:t>ç</a:t>
            </a:r>
            <a:r>
              <a:rPr lang="en-US" altLang="en-US" dirty="0"/>
              <a:t> Güvenli</a:t>
            </a:r>
            <a:r>
              <a:rPr lang="en-US" altLang="en-US" dirty="0"/>
              <a:t>ğ</a:t>
            </a:r>
            <a:r>
              <a:rPr lang="en-US" altLang="en-US" dirty="0"/>
              <a:t>i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Standart Semafor'da, bir Thread'in hak etti</a:t>
            </a:r>
            <a:r>
              <a:rPr lang="en-US" altLang="en-US" dirty="0"/>
              <a:t>ğ</a:t>
            </a:r>
            <a:r>
              <a:rPr lang="en-US" altLang="en-US" dirty="0"/>
              <a:t>inden daha fazla release() </a:t>
            </a:r>
            <a:r>
              <a:rPr lang="en-US" altLang="en-US" dirty="0"/>
              <a:t>ç</a:t>
            </a:r>
            <a:r>
              <a:rPr lang="en-US" altLang="en-US" dirty="0"/>
              <a:t>a</a:t>
            </a:r>
            <a:r>
              <a:rPr lang="en-US" altLang="en-US" dirty="0"/>
              <a:t>ğı</a:t>
            </a:r>
            <a:r>
              <a:rPr lang="en-US" altLang="en-US" dirty="0"/>
              <a:t>rmas</a:t>
            </a:r>
            <a:r>
              <a:rPr lang="en-US" altLang="en-US" dirty="0"/>
              <a:t>ı</a:t>
            </a:r>
            <a:r>
              <a:rPr lang="en-US" altLang="en-US" dirty="0"/>
              <a:t>, sayac</a:t>
            </a:r>
            <a:r>
              <a:rPr lang="en-US" altLang="en-US" dirty="0"/>
              <a:t>ı</a:t>
            </a:r>
            <a:r>
              <a:rPr lang="en-US" altLang="en-US" dirty="0"/>
              <a:t>n ba</a:t>
            </a:r>
            <a:r>
              <a:rPr lang="en-US" altLang="en-US" dirty="0"/>
              <a:t>ş</a:t>
            </a:r>
            <a:r>
              <a:rPr lang="en-US" altLang="en-US" dirty="0"/>
              <a:t>lang</a:t>
            </a:r>
            <a:r>
              <a:rPr lang="en-US" altLang="en-US" dirty="0"/>
              <a:t>ıç</a:t>
            </a:r>
            <a:r>
              <a:rPr lang="en-US" altLang="en-US" dirty="0"/>
              <a:t> de</a:t>
            </a:r>
            <a:r>
              <a:rPr lang="en-US" altLang="en-US" dirty="0"/>
              <a:t>ğ</a:t>
            </a:r>
            <a:r>
              <a:rPr lang="en-US" altLang="en-US" dirty="0"/>
              <a:t>erinin üzerine </a:t>
            </a:r>
            <a:r>
              <a:rPr lang="en-US" altLang="en-US" dirty="0"/>
              <a:t>çı</a:t>
            </a:r>
            <a:r>
              <a:rPr lang="en-US" altLang="en-US" dirty="0"/>
              <a:t>kmas</a:t>
            </a:r>
            <a:r>
              <a:rPr lang="en-US" altLang="en-US" dirty="0"/>
              <a:t>ı</a:t>
            </a:r>
            <a:r>
              <a:rPr lang="en-US" altLang="en-US" dirty="0"/>
              <a:t>na neden olabilir. Bu durum, gelecekteki Thread'lere haks</a:t>
            </a:r>
            <a:r>
              <a:rPr lang="en-US" altLang="en-US" dirty="0"/>
              <a:t>ı</a:t>
            </a:r>
            <a:r>
              <a:rPr lang="en-US" altLang="en-US" dirty="0"/>
              <a:t>z ve kontrolsüz eri</a:t>
            </a:r>
            <a:r>
              <a:rPr lang="en-US" altLang="en-US" dirty="0"/>
              <a:t>ş</a:t>
            </a:r>
            <a:r>
              <a:rPr lang="en-US" altLang="en-US" dirty="0"/>
              <a:t>im hakk</a:t>
            </a:r>
            <a:r>
              <a:rPr lang="en-US" altLang="en-US" dirty="0"/>
              <a:t>ı</a:t>
            </a:r>
            <a:r>
              <a:rPr lang="en-US" altLang="en-US" dirty="0"/>
              <a:t> tan</a:t>
            </a:r>
            <a:r>
              <a:rPr lang="en-US" altLang="en-US" dirty="0"/>
              <a:t>ı</a:t>
            </a:r>
            <a:r>
              <a:rPr lang="en-US" altLang="en-US" dirty="0"/>
              <a:t>r.</a:t>
            </a:r>
            <a:endParaRPr lang="en-US" altLang="en-US" dirty="0"/>
          </a:p>
          <a:p>
            <a:r>
              <a:rPr lang="tr-TR" altLang="en-US" dirty="0"/>
              <a:t>BoundedSemaphore</a:t>
            </a:r>
            <a:r>
              <a:rPr lang="en-US" altLang="en-US" dirty="0"/>
              <a:t> yap</a:t>
            </a:r>
            <a:r>
              <a:rPr lang="en-US" altLang="en-US" dirty="0"/>
              <a:t>ı</a:t>
            </a:r>
            <a:r>
              <a:rPr lang="tr-TR" dirty="0"/>
              <a:t>sı</a:t>
            </a:r>
            <a:r>
              <a:rPr lang="en-US" altLang="en-US" dirty="0"/>
              <a:t>, sayac</a:t>
            </a:r>
            <a:r>
              <a:rPr lang="en-US" altLang="en-US" dirty="0"/>
              <a:t>ı</a:t>
            </a:r>
            <a:r>
              <a:rPr lang="en-US" altLang="en-US" dirty="0"/>
              <a:t>n asla ba</a:t>
            </a:r>
            <a:r>
              <a:rPr lang="en-US" altLang="en-US" dirty="0"/>
              <a:t>ş</a:t>
            </a:r>
            <a:r>
              <a:rPr lang="en-US" altLang="en-US" dirty="0"/>
              <a:t>lang</a:t>
            </a:r>
            <a:r>
              <a:rPr lang="en-US" altLang="en-US" dirty="0"/>
              <a:t>ıç</a:t>
            </a:r>
            <a:r>
              <a:rPr lang="en-US" altLang="en-US" dirty="0"/>
              <a:t> de</a:t>
            </a:r>
            <a:r>
              <a:rPr lang="en-US" altLang="en-US" dirty="0"/>
              <a:t>ğ</a:t>
            </a:r>
            <a:r>
              <a:rPr lang="en-US" altLang="en-US" dirty="0"/>
              <a:t>erini a</a:t>
            </a:r>
            <a:r>
              <a:rPr lang="en-US" altLang="en-US" dirty="0"/>
              <a:t>ş</a:t>
            </a:r>
            <a:r>
              <a:rPr lang="en-US" altLang="en-US" dirty="0"/>
              <a:t>mamas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 garanti eder. E</a:t>
            </a:r>
            <a:r>
              <a:rPr lang="en-US" altLang="en-US" dirty="0"/>
              <a:t>ğ</a:t>
            </a:r>
            <a:r>
              <a:rPr lang="en-US" altLang="en-US" dirty="0"/>
              <a:t>er a</a:t>
            </a:r>
            <a:r>
              <a:rPr lang="en-US" altLang="en-US" dirty="0"/>
              <a:t>ş</a:t>
            </a:r>
            <a:r>
              <a:rPr lang="en-US" altLang="en-US" dirty="0"/>
              <a:t>ma </a:t>
            </a:r>
            <a:r>
              <a:rPr lang="tr-TR" dirty="0"/>
              <a:t>meydana gelirse</a:t>
            </a:r>
            <a:r>
              <a:rPr lang="en-US" altLang="en-US" dirty="0"/>
              <a:t>, </a:t>
            </a:r>
            <a:r>
              <a:rPr lang="tr-TR" altLang="en-US" dirty="0"/>
              <a:t>anında </a:t>
            </a:r>
            <a:r>
              <a:rPr lang="en-US" altLang="en-US" dirty="0"/>
              <a:t>ValueError </a:t>
            </a:r>
            <a:r>
              <a:rPr lang="tr-TR" dirty="0"/>
              <a:t>hatası </a:t>
            </a:r>
            <a:r>
              <a:rPr lang="en-US" altLang="en-US" dirty="0"/>
              <a:t>f</a:t>
            </a:r>
            <a:r>
              <a:rPr lang="en-US" altLang="en-US" dirty="0"/>
              <a:t>ı</a:t>
            </a:r>
            <a:r>
              <a:rPr lang="en-US" altLang="en-US" dirty="0"/>
              <a:t>rlat</a:t>
            </a:r>
            <a:r>
              <a:rPr lang="tr-TR" altLang="en-US" dirty="0"/>
              <a:t>acaktır.</a:t>
            </a:r>
            <a:endParaRPr lang="tr-TR" altLang="en-US" dirty="0"/>
          </a:p>
          <a:p>
            <a:r>
              <a:rPr lang="en-US" altLang="en-US" dirty="0"/>
              <a:t>Özellikle hata ay</a:t>
            </a:r>
            <a:r>
              <a:rPr lang="en-US" altLang="en-US" dirty="0"/>
              <a:t>ı</a:t>
            </a:r>
            <a:r>
              <a:rPr lang="en-US" altLang="en-US" dirty="0"/>
              <a:t>klama (debugging) ve program mant</a:t>
            </a:r>
            <a:r>
              <a:rPr lang="en-US" altLang="en-US" dirty="0"/>
              <a:t>ığı</a:t>
            </a:r>
            <a:r>
              <a:rPr lang="en-US" altLang="en-US" dirty="0"/>
              <a:t> hatalar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 tespit etmede hayati öneme sahiptir.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BoundedSemaphore: Saya</a:t>
            </a:r>
            <a:r>
              <a:rPr lang="en-US" altLang="en-US" dirty="0"/>
              <a:t>ç</a:t>
            </a:r>
            <a:r>
              <a:rPr lang="en-US" altLang="en-US" dirty="0"/>
              <a:t> Güvenli</a:t>
            </a:r>
            <a:r>
              <a:rPr lang="en-US" altLang="en-US" dirty="0"/>
              <a:t>ğ</a:t>
            </a:r>
            <a:r>
              <a:rPr lang="en-US" altLang="en-US" dirty="0"/>
              <a:t>i</a:t>
            </a:r>
            <a:endParaRPr lang="en-US" altLang="en-US" dirty="0"/>
          </a:p>
        </p:txBody>
      </p:sp>
      <p:pic>
        <p:nvPicPr>
          <p:cNvPr id="5" name="Resim 4" descr="cl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2805" y="2209800"/>
            <a:ext cx="7946533" cy="433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BoundedSemaphore: Saya</a:t>
            </a:r>
            <a:r>
              <a:rPr lang="en-US" altLang="en-US" dirty="0"/>
              <a:t>ç</a:t>
            </a:r>
            <a:r>
              <a:rPr lang="en-US" altLang="en-US" dirty="0"/>
              <a:t> Güvenli</a:t>
            </a:r>
            <a:r>
              <a:rPr lang="en-US" altLang="en-US" dirty="0"/>
              <a:t>ğ</a:t>
            </a:r>
            <a:r>
              <a:rPr lang="en-US" altLang="en-US" dirty="0"/>
              <a:t>i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30000"/>
          </a:bodyPr>
          <a:lstStyle/>
          <a:p>
            <a:pPr marL="109855" indent="0">
              <a:buNone/>
            </a:pPr>
            <a:r>
              <a:rPr lang="en-US" altLang="en-US" dirty="0"/>
              <a:t>import threading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# Kapasitesi 1 olan BoundedSemaphore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guvenli_semafor = threading.BoundedSemaphore(1)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def hatali_kod():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guvenli_semafor.acquire()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print("Kaynak al</a:t>
            </a:r>
            <a:r>
              <a:rPr lang="en-US" altLang="en-US" dirty="0"/>
              <a:t>ı</a:t>
            </a:r>
            <a:r>
              <a:rPr lang="en-US" altLang="en-US" dirty="0"/>
              <a:t>nd</a:t>
            </a:r>
            <a:r>
              <a:rPr lang="en-US" altLang="en-US" dirty="0"/>
              <a:t>ı</a:t>
            </a:r>
            <a:r>
              <a:rPr lang="en-US" altLang="en-US" dirty="0"/>
              <a:t>.")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# </a:t>
            </a:r>
            <a:r>
              <a:rPr lang="en-US" altLang="en-US" dirty="0"/>
              <a:t>İş</a:t>
            </a:r>
            <a:r>
              <a:rPr lang="en-US" altLang="en-US" dirty="0"/>
              <a:t>lem bitti, b</a:t>
            </a:r>
            <a:r>
              <a:rPr lang="en-US" altLang="en-US" dirty="0"/>
              <a:t>ı</a:t>
            </a:r>
            <a:r>
              <a:rPr lang="en-US" altLang="en-US" dirty="0"/>
              <a:t>rak</a:t>
            </a:r>
            <a:r>
              <a:rPr lang="en-US" altLang="en-US" dirty="0"/>
              <a:t>ı</a:t>
            </a:r>
            <a:r>
              <a:rPr lang="en-US" altLang="en-US" dirty="0"/>
              <a:t>yoruz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guvenli_semafor.release()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print("Kaynak b</a:t>
            </a:r>
            <a:r>
              <a:rPr lang="en-US" altLang="en-US" dirty="0"/>
              <a:t>ı</a:t>
            </a:r>
            <a:r>
              <a:rPr lang="en-US" altLang="en-US" dirty="0"/>
              <a:t>rak</a:t>
            </a:r>
            <a:r>
              <a:rPr lang="en-US" altLang="en-US" dirty="0"/>
              <a:t>ı</a:t>
            </a:r>
            <a:r>
              <a:rPr lang="en-US" altLang="en-US" dirty="0"/>
              <a:t>ld</a:t>
            </a:r>
            <a:r>
              <a:rPr lang="en-US" altLang="en-US" dirty="0"/>
              <a:t>ı</a:t>
            </a:r>
            <a:r>
              <a:rPr lang="en-US" altLang="en-US" dirty="0"/>
              <a:t> (Saya</a:t>
            </a:r>
            <a:r>
              <a:rPr lang="en-US" altLang="en-US" dirty="0"/>
              <a:t>ç</a:t>
            </a:r>
            <a:r>
              <a:rPr lang="en-US" altLang="en-US" dirty="0"/>
              <a:t>: 1).")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try: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guvenli_semafor.release()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except ValueError as e: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print(f"HATA YAKALANDI: {e}")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print("BoundedSemaphore, kapasite a</a:t>
            </a:r>
            <a:r>
              <a:rPr lang="en-US" altLang="en-US" dirty="0"/>
              <a:t>şı</a:t>
            </a:r>
            <a:r>
              <a:rPr lang="en-US" altLang="en-US" dirty="0"/>
              <a:t>m</a:t>
            </a:r>
            <a:r>
              <a:rPr lang="en-US" altLang="en-US" dirty="0"/>
              <a:t>ı</a:t>
            </a:r>
            <a:r>
              <a:rPr lang="en-US" altLang="en-US" dirty="0"/>
              <a:t>na izin vermedi!")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 = threading.Thread(target=hatali_kod)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t.start()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BoundedSemaphore: Saya</a:t>
            </a:r>
            <a:r>
              <a:rPr lang="en-US" altLang="en-US" dirty="0"/>
              <a:t>ç</a:t>
            </a:r>
            <a:r>
              <a:rPr lang="en-US" altLang="en-US" dirty="0"/>
              <a:t> Güvenli</a:t>
            </a:r>
            <a:r>
              <a:rPr lang="en-US" altLang="en-US" dirty="0"/>
              <a:t>ğ</a:t>
            </a:r>
            <a:r>
              <a:rPr lang="en-US" altLang="en-US" dirty="0"/>
              <a:t>i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lstStyle/>
          <a:p>
            <a:r>
              <a:rPr lang="en-US" altLang="en-US" dirty="0"/>
              <a:t>A</a:t>
            </a:r>
            <a:r>
              <a:rPr lang="en-US" altLang="en-US" dirty="0"/>
              <a:t>ş</a:t>
            </a:r>
            <a:r>
              <a:rPr lang="en-US" altLang="en-US" dirty="0"/>
              <a:t>a</a:t>
            </a:r>
            <a:r>
              <a:rPr lang="en-US" altLang="en-US" dirty="0"/>
              <a:t>ğı</a:t>
            </a:r>
            <a:r>
              <a:rPr lang="en-US" altLang="en-US" dirty="0"/>
              <a:t>daki kod par</a:t>
            </a:r>
            <a:r>
              <a:rPr lang="en-US" altLang="en-US" dirty="0"/>
              <a:t>ç</a:t>
            </a:r>
            <a:r>
              <a:rPr lang="en-US" altLang="en-US" dirty="0"/>
              <a:t>as</a:t>
            </a:r>
            <a:r>
              <a:rPr lang="en-US" altLang="en-US" dirty="0"/>
              <a:t>ı</a:t>
            </a:r>
            <a:r>
              <a:rPr lang="en-US" altLang="en-US" dirty="0"/>
              <a:t> </a:t>
            </a:r>
            <a:r>
              <a:rPr lang="en-US" altLang="en-US" dirty="0"/>
              <a:t>ç</a:t>
            </a:r>
            <a:r>
              <a:rPr lang="en-US" altLang="en-US" dirty="0"/>
              <a:t>al</a:t>
            </a:r>
            <a:r>
              <a:rPr lang="en-US" altLang="en-US" dirty="0"/>
              <a:t>ış</a:t>
            </a:r>
            <a:r>
              <a:rPr lang="en-US" altLang="en-US" dirty="0"/>
              <a:t>t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ld</a:t>
            </a:r>
            <a:r>
              <a:rPr lang="en-US" altLang="en-US" dirty="0"/>
              <a:t>ığı</a:t>
            </a:r>
            <a:r>
              <a:rPr lang="en-US" altLang="en-US" dirty="0"/>
              <a:t>nda BoundedSemaphore kullan</a:t>
            </a:r>
            <a:r>
              <a:rPr lang="en-US" altLang="en-US" dirty="0"/>
              <a:t>ı</a:t>
            </a:r>
            <a:r>
              <a:rPr lang="en-US" altLang="en-US" dirty="0"/>
              <a:t>m</a:t>
            </a:r>
            <a:r>
              <a:rPr lang="en-US" altLang="en-US" dirty="0"/>
              <a:t>ı</a:t>
            </a:r>
            <a:r>
              <a:rPr lang="en-US" altLang="en-US" dirty="0"/>
              <a:t> nedeniyle hangi </a:t>
            </a:r>
            <a:r>
              <a:rPr lang="en-US" altLang="en-US" dirty="0"/>
              <a:t>çı</a:t>
            </a:r>
            <a:r>
              <a:rPr lang="en-US" altLang="en-US" dirty="0"/>
              <a:t>kt</a:t>
            </a:r>
            <a:r>
              <a:rPr lang="en-US" altLang="en-US" dirty="0"/>
              <a:t>ı</a:t>
            </a:r>
            <a:r>
              <a:rPr lang="en-US" altLang="en-US" dirty="0"/>
              <a:t> al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r?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threading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# Kapasite 1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kilit = threading.BoundedSemaphore(1)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kilit.acquire()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kilit.release()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try: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kilit.release() # </a:t>
            </a:r>
            <a:r>
              <a:rPr lang="en-US" altLang="en-US" dirty="0"/>
              <a:t>İ</a:t>
            </a:r>
            <a:r>
              <a:rPr lang="en-US" altLang="en-US" dirty="0"/>
              <a:t>kinci kez b</a:t>
            </a:r>
            <a:r>
              <a:rPr lang="en-US" altLang="en-US" dirty="0"/>
              <a:t>ı</a:t>
            </a:r>
            <a:r>
              <a:rPr lang="en-US" altLang="en-US" dirty="0"/>
              <a:t>rakma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except ValueError: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print('Hata Yakaland</a:t>
            </a:r>
            <a:r>
              <a:rPr lang="en-US" altLang="en-US" dirty="0"/>
              <a:t>ı</a:t>
            </a:r>
            <a:r>
              <a:rPr lang="en-US" altLang="en-US" dirty="0"/>
              <a:t>')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else: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print('Ba</a:t>
            </a:r>
            <a:r>
              <a:rPr lang="en-US" altLang="en-US" dirty="0"/>
              <a:t>ş</a:t>
            </a:r>
            <a:r>
              <a:rPr lang="en-US" altLang="en-US" dirty="0"/>
              <a:t>ar</a:t>
            </a:r>
            <a:r>
              <a:rPr lang="en-US" altLang="en-US" dirty="0"/>
              <a:t>ı</a:t>
            </a:r>
            <a:r>
              <a:rPr lang="en-US" altLang="en-US" dirty="0"/>
              <a:t>l</a:t>
            </a:r>
            <a:r>
              <a:rPr lang="en-US" altLang="en-US" dirty="0"/>
              <a:t>ı</a:t>
            </a:r>
            <a:r>
              <a:rPr lang="en-US" altLang="en-US" dirty="0"/>
              <a:t>')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Mutex/Lock ve Semafor Aras</a:t>
            </a:r>
            <a:r>
              <a:rPr lang="en-US" altLang="en-US" dirty="0"/>
              <a:t>ı</a:t>
            </a:r>
            <a:r>
              <a:rPr lang="en-US" altLang="en-US" dirty="0"/>
              <a:t>ndaki </a:t>
            </a:r>
            <a:r>
              <a:rPr lang="en-US" altLang="en-US" dirty="0"/>
              <a:t>İ</a:t>
            </a:r>
            <a:r>
              <a:rPr lang="en-US" altLang="en-US" dirty="0"/>
              <a:t>li</a:t>
            </a:r>
            <a:r>
              <a:rPr lang="en-US" altLang="en-US" dirty="0"/>
              <a:t>ş</a:t>
            </a:r>
            <a:r>
              <a:rPr lang="en-US" altLang="en-US" dirty="0"/>
              <a:t>ki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Mutex (Lock): </a:t>
            </a:r>
            <a:r>
              <a:rPr lang="en-US" altLang="en-US" dirty="0"/>
              <a:t>İ</a:t>
            </a:r>
            <a:r>
              <a:rPr lang="en-US" altLang="en-US" dirty="0"/>
              <a:t>kili (Binary) Semafor olarak da adland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l</a:t>
            </a:r>
            <a:r>
              <a:rPr lang="en-US" altLang="en-US" dirty="0"/>
              <a:t>ı</a:t>
            </a:r>
            <a:r>
              <a:rPr lang="en-US" altLang="en-US" dirty="0"/>
              <a:t>r; zira saya</a:t>
            </a:r>
            <a:r>
              <a:rPr lang="en-US" altLang="en-US" dirty="0"/>
              <a:t>ç</a:t>
            </a:r>
            <a:r>
              <a:rPr lang="en-US" altLang="en-US" dirty="0"/>
              <a:t> de</a:t>
            </a:r>
            <a:r>
              <a:rPr lang="en-US" altLang="en-US" dirty="0"/>
              <a:t>ğ</a:t>
            </a:r>
            <a:r>
              <a:rPr lang="en-US" altLang="en-US" dirty="0"/>
              <a:t>eri sadece 0 veya 1 olabilir. Tek bir Thread'e özel eri</a:t>
            </a:r>
            <a:r>
              <a:rPr lang="en-US" altLang="en-US" dirty="0"/>
              <a:t>ş</a:t>
            </a:r>
            <a:r>
              <a:rPr lang="en-US" altLang="en-US" dirty="0"/>
              <a:t>im sa</a:t>
            </a:r>
            <a:r>
              <a:rPr lang="en-US" altLang="en-US" dirty="0"/>
              <a:t>ğ</a:t>
            </a:r>
            <a:r>
              <a:rPr lang="en-US" altLang="en-US" dirty="0"/>
              <a:t>lar.</a:t>
            </a:r>
            <a:endParaRPr lang="en-US" altLang="en-US" dirty="0"/>
          </a:p>
          <a:p>
            <a:r>
              <a:rPr lang="en-US" altLang="en-US" dirty="0"/>
              <a:t>Semafor (Counting Semaphore): N say</a:t>
            </a:r>
            <a:r>
              <a:rPr lang="en-US" altLang="en-US" dirty="0"/>
              <a:t>ı</a:t>
            </a:r>
            <a:r>
              <a:rPr lang="en-US" altLang="en-US" dirty="0"/>
              <a:t>da Thread'e izin verir.</a:t>
            </a:r>
            <a:endParaRPr lang="en-US" altLang="en-US" dirty="0"/>
          </a:p>
          <a:p>
            <a:r>
              <a:rPr lang="en-US" altLang="en-US" dirty="0"/>
              <a:t>Sonu</a:t>
            </a:r>
            <a:r>
              <a:rPr lang="en-US" altLang="en-US" dirty="0"/>
              <a:t>ç</a:t>
            </a:r>
            <a:r>
              <a:rPr lang="en-US" altLang="en-US" dirty="0"/>
              <a:t>: Mutex/Lock, Semaphore(1) ile e</a:t>
            </a:r>
            <a:r>
              <a:rPr lang="en-US" altLang="en-US" dirty="0"/>
              <a:t>ş</a:t>
            </a:r>
            <a:r>
              <a:rPr lang="en-US" altLang="en-US" dirty="0"/>
              <a:t>de</a:t>
            </a:r>
            <a:r>
              <a:rPr lang="en-US" altLang="en-US" dirty="0"/>
              <a:t>ğ</a:t>
            </a:r>
            <a:r>
              <a:rPr lang="en-US" altLang="en-US" dirty="0"/>
              <a:t>erdir. Semafor, Mutex'in sundu</a:t>
            </a:r>
            <a:r>
              <a:rPr lang="en-US" altLang="en-US" dirty="0"/>
              <a:t>ğ</a:t>
            </a:r>
            <a:r>
              <a:rPr lang="en-US" altLang="en-US" dirty="0"/>
              <a:t>u olanaklar</a:t>
            </a:r>
            <a:r>
              <a:rPr lang="en-US" altLang="en-US" dirty="0"/>
              <a:t>ı</a:t>
            </a:r>
            <a:r>
              <a:rPr lang="en-US" altLang="en-US" dirty="0"/>
              <a:t> kapsar ve geni</a:t>
            </a:r>
            <a:r>
              <a:rPr lang="en-US" altLang="en-US" dirty="0"/>
              <a:t>ş</a:t>
            </a:r>
            <a:r>
              <a:rPr lang="en-US" altLang="en-US" dirty="0"/>
              <a:t>letir.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Detayl</a:t>
            </a:r>
            <a:r>
              <a:rPr lang="en-US" altLang="en-US" dirty="0"/>
              <a:t>ı</a:t>
            </a:r>
            <a:r>
              <a:rPr lang="en-US" altLang="en-US" dirty="0"/>
              <a:t> Kod </a:t>
            </a:r>
            <a:r>
              <a:rPr lang="en-US" altLang="en-US" dirty="0"/>
              <a:t>İ</a:t>
            </a:r>
            <a:r>
              <a:rPr lang="en-US" altLang="en-US" dirty="0"/>
              <a:t>ncelemesi: acquire ve release S</a:t>
            </a:r>
            <a:r>
              <a:rPr lang="en-US" altLang="en-US" dirty="0"/>
              <a:t>ı</a:t>
            </a:r>
            <a:r>
              <a:rPr lang="en-US" altLang="en-US" dirty="0"/>
              <a:t>ras</a:t>
            </a:r>
            <a:r>
              <a:rPr lang="en-US" altLang="en-US" dirty="0"/>
              <a:t>ı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Semafor'un Mutex'ten farkl</a:t>
            </a:r>
            <a:r>
              <a:rPr lang="en-US" altLang="en-US" dirty="0"/>
              <a:t>ı</a:t>
            </a:r>
            <a:r>
              <a:rPr lang="en-US" altLang="en-US" dirty="0"/>
              <a:t> olarak, release i</a:t>
            </a:r>
            <a:r>
              <a:rPr lang="en-US" altLang="en-US" dirty="0"/>
              <a:t>ş</a:t>
            </a:r>
            <a:r>
              <a:rPr lang="en-US" altLang="en-US" dirty="0"/>
              <a:t>leminin ayn</a:t>
            </a:r>
            <a:r>
              <a:rPr lang="en-US" altLang="en-US" dirty="0"/>
              <a:t>ı</a:t>
            </a:r>
            <a:r>
              <a:rPr lang="en-US" altLang="en-US" dirty="0"/>
              <a:t> Thread taraf</a:t>
            </a:r>
            <a:r>
              <a:rPr lang="en-US" altLang="en-US" dirty="0"/>
              <a:t>ı</a:t>
            </a:r>
            <a:r>
              <a:rPr lang="en-US" altLang="en-US" dirty="0"/>
              <a:t>ndan yap</a:t>
            </a:r>
            <a:r>
              <a:rPr lang="en-US" altLang="en-US" dirty="0"/>
              <a:t>ı</a:t>
            </a:r>
            <a:r>
              <a:rPr lang="en-US" altLang="en-US" dirty="0"/>
              <a:t>lma zorunlulu</a:t>
            </a:r>
            <a:r>
              <a:rPr lang="en-US" altLang="en-US" dirty="0"/>
              <a:t>ğ</a:t>
            </a:r>
            <a:r>
              <a:rPr lang="en-US" altLang="en-US" dirty="0"/>
              <a:t>u yoktur. Kayna</a:t>
            </a:r>
            <a:r>
              <a:rPr lang="en-US" altLang="en-US" dirty="0"/>
              <a:t>ğı</a:t>
            </a:r>
            <a:r>
              <a:rPr lang="en-US" altLang="en-US" dirty="0"/>
              <a:t> serbest b</a:t>
            </a:r>
            <a:r>
              <a:rPr lang="en-US" altLang="en-US" dirty="0"/>
              <a:t>ı</a:t>
            </a:r>
            <a:r>
              <a:rPr lang="en-US" altLang="en-US" dirty="0"/>
              <a:t>rakan, havuzu kullanan Thread olmak zorunda de</a:t>
            </a:r>
            <a:r>
              <a:rPr lang="en-US" altLang="en-US" dirty="0"/>
              <a:t>ğ</a:t>
            </a:r>
            <a:r>
              <a:rPr lang="en-US" altLang="en-US" dirty="0"/>
              <a:t>ildir.</a:t>
            </a:r>
            <a:endParaRPr lang="en-US" altLang="en-US" dirty="0"/>
          </a:p>
          <a:p>
            <a:r>
              <a:rPr lang="en-US" altLang="en-US" dirty="0"/>
              <a:t>Ancak, program</a:t>
            </a:r>
            <a:r>
              <a:rPr lang="en-US" altLang="en-US" dirty="0"/>
              <a:t>ı</a:t>
            </a:r>
            <a:r>
              <a:rPr lang="en-US" altLang="en-US" dirty="0"/>
              <a:t>n mant</a:t>
            </a:r>
            <a:r>
              <a:rPr lang="en-US" altLang="en-US" dirty="0"/>
              <a:t>ı</a:t>
            </a:r>
            <a:r>
              <a:rPr lang="en-US" altLang="en-US" dirty="0"/>
              <a:t>ksal bütünlü</a:t>
            </a:r>
            <a:r>
              <a:rPr lang="en-US" altLang="en-US" dirty="0"/>
              <a:t>ğ</a:t>
            </a:r>
            <a:r>
              <a:rPr lang="en-US" altLang="en-US" dirty="0"/>
              <a:t>ü i</a:t>
            </a:r>
            <a:r>
              <a:rPr lang="en-US" altLang="en-US" dirty="0"/>
              <a:t>ç</a:t>
            </a:r>
            <a:r>
              <a:rPr lang="en-US" altLang="en-US" dirty="0"/>
              <a:t>in genellikle acquire eden Thread'in release etmesi beklenir. Yanl</a:t>
            </a:r>
            <a:r>
              <a:rPr lang="en-US" altLang="en-US" dirty="0"/>
              <a:t>ış</a:t>
            </a:r>
            <a:r>
              <a:rPr lang="en-US" altLang="en-US" dirty="0"/>
              <a:t> bir release </a:t>
            </a:r>
            <a:r>
              <a:rPr lang="en-US" altLang="en-US" dirty="0"/>
              <a:t>ç</a:t>
            </a:r>
            <a:r>
              <a:rPr lang="en-US" altLang="en-US" dirty="0"/>
              <a:t>a</a:t>
            </a:r>
            <a:r>
              <a:rPr lang="en-US" altLang="en-US" dirty="0"/>
              <a:t>ğ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, </a:t>
            </a:r>
            <a:r>
              <a:rPr lang="tr-TR" altLang="en-US" dirty="0"/>
              <a:t>probleme</a:t>
            </a:r>
            <a:r>
              <a:rPr lang="en-US" altLang="en-US" dirty="0"/>
              <a:t> yol a</a:t>
            </a:r>
            <a:r>
              <a:rPr lang="en-US" altLang="en-US" dirty="0"/>
              <a:t>ç</a:t>
            </a:r>
            <a:r>
              <a:rPr lang="en-US" altLang="en-US" dirty="0"/>
              <a:t>abilir.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Semafor Bloklama Davran</a:t>
            </a:r>
            <a:r>
              <a:rPr lang="en-US" altLang="en-US" dirty="0"/>
              <a:t>ışı</a:t>
            </a:r>
            <a:r>
              <a:rPr lang="en-US" altLang="en-US" dirty="0"/>
              <a:t> ve Thread Uyku Durumu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Bir Thread acquire() </a:t>
            </a:r>
            <a:r>
              <a:rPr lang="en-US" altLang="en-US" dirty="0"/>
              <a:t>ç</a:t>
            </a:r>
            <a:r>
              <a:rPr lang="en-US" altLang="en-US" dirty="0"/>
              <a:t>a</a:t>
            </a:r>
            <a:r>
              <a:rPr lang="en-US" altLang="en-US" dirty="0"/>
              <a:t>ğ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 yapt</a:t>
            </a:r>
            <a:r>
              <a:rPr lang="en-US" altLang="en-US" dirty="0"/>
              <a:t>ığı</a:t>
            </a:r>
            <a:r>
              <a:rPr lang="en-US" altLang="en-US" dirty="0"/>
              <a:t>nda ve saya</a:t>
            </a:r>
            <a:r>
              <a:rPr lang="en-US" altLang="en-US" dirty="0"/>
              <a:t>ç</a:t>
            </a:r>
            <a:r>
              <a:rPr lang="en-US" altLang="en-US" dirty="0"/>
              <a:t> 0 ise, Thread an</a:t>
            </a:r>
            <a:r>
              <a:rPr lang="en-US" altLang="en-US" dirty="0"/>
              <a:t>ı</a:t>
            </a:r>
            <a:r>
              <a:rPr lang="en-US" altLang="en-US" dirty="0"/>
              <a:t>nda Blocked (Bloke) durumuna ge</a:t>
            </a:r>
            <a:r>
              <a:rPr lang="en-US" altLang="en-US" dirty="0"/>
              <a:t>ç</a:t>
            </a:r>
            <a:r>
              <a:rPr lang="en-US" altLang="en-US" dirty="0"/>
              <a:t>er. Bu durum, </a:t>
            </a:r>
            <a:r>
              <a:rPr lang="en-US" altLang="en-US" dirty="0"/>
              <a:t>İş</a:t>
            </a:r>
            <a:r>
              <a:rPr lang="en-US" altLang="en-US" dirty="0"/>
              <a:t>letim Sistemi taraf</a:t>
            </a:r>
            <a:r>
              <a:rPr lang="en-US" altLang="en-US" dirty="0"/>
              <a:t>ı</a:t>
            </a:r>
            <a:r>
              <a:rPr lang="en-US" altLang="en-US" dirty="0"/>
              <a:t>ndan yönetilen bir uyku halidir.</a:t>
            </a:r>
            <a:endParaRPr lang="en-US" altLang="en-US" dirty="0"/>
          </a:p>
          <a:p>
            <a:r>
              <a:rPr lang="en-US" altLang="en-US" dirty="0"/>
              <a:t>Thread, ancak ba</a:t>
            </a:r>
            <a:r>
              <a:rPr lang="en-US" altLang="en-US" dirty="0"/>
              <a:t>ş</a:t>
            </a:r>
            <a:r>
              <a:rPr lang="en-US" altLang="en-US" dirty="0"/>
              <a:t>ka bir Thread release() </a:t>
            </a:r>
            <a:r>
              <a:rPr lang="en-US" altLang="en-US" dirty="0"/>
              <a:t>ç</a:t>
            </a:r>
            <a:r>
              <a:rPr lang="en-US" altLang="en-US" dirty="0"/>
              <a:t>a</a:t>
            </a:r>
            <a:r>
              <a:rPr lang="en-US" altLang="en-US" dirty="0"/>
              <a:t>ğı</a:t>
            </a:r>
            <a:r>
              <a:rPr lang="en-US" altLang="en-US" dirty="0"/>
              <a:t>rd</a:t>
            </a:r>
            <a:r>
              <a:rPr lang="en-US" altLang="en-US" dirty="0"/>
              <a:t>ığı</a:t>
            </a:r>
            <a:r>
              <a:rPr lang="en-US" altLang="en-US" dirty="0"/>
              <a:t>nda ve sayac</a:t>
            </a:r>
            <a:r>
              <a:rPr lang="en-US" altLang="en-US" dirty="0"/>
              <a:t>ı</a:t>
            </a:r>
            <a:r>
              <a:rPr lang="en-US" altLang="en-US" dirty="0"/>
              <a:t> pozitif yapt</a:t>
            </a:r>
            <a:r>
              <a:rPr lang="en-US" altLang="en-US" dirty="0"/>
              <a:t>ığı</a:t>
            </a:r>
            <a:r>
              <a:rPr lang="en-US" altLang="en-US" dirty="0"/>
              <a:t>nda (veya bir zaman a</a:t>
            </a:r>
            <a:r>
              <a:rPr lang="en-US" altLang="en-US" dirty="0"/>
              <a:t>şı</a:t>
            </a:r>
            <a:r>
              <a:rPr lang="en-US" altLang="en-US" dirty="0"/>
              <a:t>m</a:t>
            </a:r>
            <a:r>
              <a:rPr lang="en-US" altLang="en-US" dirty="0"/>
              <a:t>ı</a:t>
            </a:r>
            <a:r>
              <a:rPr lang="en-US" altLang="en-US" dirty="0"/>
              <a:t> doldu</a:t>
            </a:r>
            <a:r>
              <a:rPr lang="en-US" altLang="en-US" dirty="0"/>
              <a:t>ğ</a:t>
            </a:r>
            <a:r>
              <a:rPr lang="en-US" altLang="en-US" dirty="0"/>
              <a:t>unda) uyand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l</a:t>
            </a:r>
            <a:r>
              <a:rPr lang="en-US" altLang="en-US" dirty="0"/>
              <a:t>ı</a:t>
            </a:r>
            <a:r>
              <a:rPr lang="en-US" altLang="en-US" dirty="0"/>
              <a:t>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Mutex/Lock ve Semafor Aras</a:t>
            </a:r>
            <a:r>
              <a:rPr lang="en-US" altLang="en-US" dirty="0"/>
              <a:t>ı</a:t>
            </a:r>
            <a:r>
              <a:rPr lang="en-US" altLang="en-US" dirty="0"/>
              <a:t>ndaki </a:t>
            </a:r>
            <a:r>
              <a:rPr lang="en-US" altLang="en-US" dirty="0"/>
              <a:t>İ</a:t>
            </a:r>
            <a:r>
              <a:rPr lang="en-US" altLang="en-US" dirty="0"/>
              <a:t>li</a:t>
            </a:r>
            <a:r>
              <a:rPr lang="en-US" altLang="en-US" dirty="0"/>
              <a:t>ş</a:t>
            </a:r>
            <a:r>
              <a:rPr lang="en-US" altLang="en-US" dirty="0"/>
              <a:t>ki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30000"/>
          </a:bodyPr>
          <a:lstStyle/>
          <a:p>
            <a:pPr marL="109855" indent="0">
              <a:buNone/>
            </a:pPr>
            <a:r>
              <a:rPr lang="en-US" altLang="en-US" dirty="0"/>
              <a:t>import threading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time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# Ba</a:t>
            </a:r>
            <a:r>
              <a:rPr lang="en-US" altLang="en-US" dirty="0"/>
              <a:t>ş</a:t>
            </a:r>
            <a:r>
              <a:rPr lang="en-US" altLang="en-US" dirty="0"/>
              <a:t>lang</a:t>
            </a:r>
            <a:r>
              <a:rPr lang="en-US" altLang="en-US" dirty="0"/>
              <a:t>ıç</a:t>
            </a:r>
            <a:r>
              <a:rPr lang="en-US" altLang="en-US" dirty="0"/>
              <a:t>ta 0 (K</a:t>
            </a:r>
            <a:r>
              <a:rPr lang="en-US" altLang="en-US" dirty="0"/>
              <a:t>ı</a:t>
            </a:r>
            <a:r>
              <a:rPr lang="en-US" altLang="en-US" dirty="0"/>
              <a:t>rm</a:t>
            </a:r>
            <a:r>
              <a:rPr lang="en-US" altLang="en-US" dirty="0"/>
              <a:t>ı</a:t>
            </a:r>
            <a:r>
              <a:rPr lang="en-US" altLang="en-US" dirty="0"/>
              <a:t>z</a:t>
            </a:r>
            <a:r>
              <a:rPr lang="en-US" altLang="en-US" dirty="0"/>
              <a:t>ı</a:t>
            </a:r>
            <a:r>
              <a:rPr lang="en-US" altLang="en-US" dirty="0"/>
              <a:t> I</a:t>
            </a:r>
            <a:r>
              <a:rPr lang="en-US" altLang="en-US" dirty="0"/>
              <a:t>şı</a:t>
            </a:r>
            <a:r>
              <a:rPr lang="en-US" altLang="en-US" dirty="0"/>
              <a:t>k)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start_sinyali = threading.Semaphore(0)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def kosucu():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print("Ko</a:t>
            </a:r>
            <a:r>
              <a:rPr lang="en-US" altLang="en-US" dirty="0"/>
              <a:t>ş</a:t>
            </a:r>
            <a:r>
              <a:rPr lang="en-US" altLang="en-US" dirty="0"/>
              <a:t>ucu: Tabanca sesini bekliyor (acquire)...")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start_sinyali.acquire() # Saya</a:t>
            </a:r>
            <a:r>
              <a:rPr lang="en-US" altLang="en-US" dirty="0"/>
              <a:t>ç</a:t>
            </a:r>
            <a:r>
              <a:rPr lang="en-US" altLang="en-US" dirty="0"/>
              <a:t> 0 oldu</a:t>
            </a:r>
            <a:r>
              <a:rPr lang="en-US" altLang="en-US" dirty="0"/>
              <a:t>ğ</a:t>
            </a:r>
            <a:r>
              <a:rPr lang="en-US" altLang="en-US" dirty="0"/>
              <a:t>u i</a:t>
            </a:r>
            <a:r>
              <a:rPr lang="en-US" altLang="en-US" dirty="0"/>
              <a:t>ç</a:t>
            </a:r>
            <a:r>
              <a:rPr lang="en-US" altLang="en-US" dirty="0"/>
              <a:t>in burada bloklan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print("Ko</a:t>
            </a:r>
            <a:r>
              <a:rPr lang="en-US" altLang="en-US" dirty="0"/>
              <a:t>ş</a:t>
            </a:r>
            <a:r>
              <a:rPr lang="en-US" altLang="en-US" dirty="0"/>
              <a:t>ucu: Sesi duydu, KO</a:t>
            </a:r>
            <a:r>
              <a:rPr lang="en-US" altLang="en-US" dirty="0"/>
              <a:t>Ş</a:t>
            </a:r>
            <a:r>
              <a:rPr lang="en-US" altLang="en-US" dirty="0"/>
              <a:t>UYOR!")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def hakem():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print("Hakem: Haz</a:t>
            </a:r>
            <a:r>
              <a:rPr lang="en-US" altLang="en-US" dirty="0"/>
              <a:t>ı</a:t>
            </a:r>
            <a:r>
              <a:rPr lang="en-US" altLang="en-US" dirty="0"/>
              <a:t>rlan</a:t>
            </a:r>
            <a:r>
              <a:rPr lang="en-US" altLang="en-US" dirty="0"/>
              <a:t>ı</a:t>
            </a:r>
            <a:r>
              <a:rPr lang="en-US" altLang="en-US" dirty="0"/>
              <a:t>yor...")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time.sleep(2)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print("Hakem: ATE</a:t>
            </a:r>
            <a:r>
              <a:rPr lang="en-US" altLang="en-US" dirty="0"/>
              <a:t>Ş</a:t>
            </a:r>
            <a:r>
              <a:rPr lang="en-US" altLang="en-US" dirty="0"/>
              <a:t>LED</a:t>
            </a:r>
            <a:r>
              <a:rPr lang="en-US" altLang="en-US" dirty="0"/>
              <a:t>İ</a:t>
            </a:r>
            <a:r>
              <a:rPr lang="en-US" altLang="en-US" dirty="0"/>
              <a:t>! (release)")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start_sinyali.release() # Sayac</a:t>
            </a:r>
            <a:r>
              <a:rPr lang="en-US" altLang="en-US" dirty="0"/>
              <a:t>ı</a:t>
            </a:r>
            <a:r>
              <a:rPr lang="en-US" altLang="en-US" dirty="0"/>
              <a:t> 1 yapar, ko</a:t>
            </a:r>
            <a:r>
              <a:rPr lang="en-US" altLang="en-US" dirty="0"/>
              <a:t>ş</a:t>
            </a:r>
            <a:r>
              <a:rPr lang="en-US" altLang="en-US" dirty="0"/>
              <a:t>ucuyu uyand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t1 = threading.Thread(target=kosucu)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t2 = threading.Thread(target=hakem)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t1.start()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t2.start()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Thread Ya</a:t>
            </a:r>
            <a:r>
              <a:rPr lang="en-US" altLang="en-US" dirty="0"/>
              <a:t>ş</a:t>
            </a:r>
            <a:r>
              <a:rPr lang="en-US" altLang="en-US" dirty="0"/>
              <a:t>am Döngüsü: Be</a:t>
            </a:r>
            <a:r>
              <a:rPr lang="en-US" altLang="en-US" dirty="0"/>
              <a:t>ş</a:t>
            </a:r>
            <a:r>
              <a:rPr lang="en-US" altLang="en-US" dirty="0"/>
              <a:t> Temel Durum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New (Yeni): Nesne </a:t>
            </a:r>
            <a:r>
              <a:rPr lang="tr-TR" altLang="en-US" dirty="0"/>
              <a:t>oluşturuldu</a:t>
            </a:r>
            <a:r>
              <a:rPr lang="en-US" altLang="en-US" dirty="0"/>
              <a:t>, start() </a:t>
            </a:r>
            <a:r>
              <a:rPr lang="en-US" altLang="en-US" dirty="0"/>
              <a:t>ç</a:t>
            </a:r>
            <a:r>
              <a:rPr lang="en-US" altLang="en-US" dirty="0"/>
              <a:t>a</a:t>
            </a:r>
            <a:r>
              <a:rPr lang="en-US" altLang="en-US" dirty="0"/>
              <a:t>ğ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lmad</a:t>
            </a:r>
            <a:r>
              <a:rPr lang="en-US" altLang="en-US" dirty="0"/>
              <a:t>ı</a:t>
            </a:r>
            <a:r>
              <a:rPr lang="en-US" altLang="en-US" dirty="0"/>
              <a:t>.</a:t>
            </a:r>
            <a:endParaRPr lang="en-US" altLang="en-US" dirty="0"/>
          </a:p>
          <a:p>
            <a:r>
              <a:rPr lang="en-US" altLang="en-US" dirty="0"/>
              <a:t>Runnable (</a:t>
            </a:r>
            <a:r>
              <a:rPr lang="en-US" altLang="en-US" dirty="0"/>
              <a:t>Ç</a:t>
            </a:r>
            <a:r>
              <a:rPr lang="en-US" altLang="en-US" dirty="0"/>
              <a:t>al</a:t>
            </a:r>
            <a:r>
              <a:rPr lang="en-US" altLang="en-US" dirty="0"/>
              <a:t>ış</a:t>
            </a:r>
            <a:r>
              <a:rPr lang="en-US" altLang="en-US" dirty="0"/>
              <a:t>t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labilir/Beklemede): start() </a:t>
            </a:r>
            <a:r>
              <a:rPr lang="en-US" altLang="en-US" dirty="0"/>
              <a:t>ç</a:t>
            </a:r>
            <a:r>
              <a:rPr lang="en-US" altLang="en-US" dirty="0"/>
              <a:t>a</a:t>
            </a:r>
            <a:r>
              <a:rPr lang="en-US" altLang="en-US" dirty="0"/>
              <a:t>ğ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ld</a:t>
            </a:r>
            <a:r>
              <a:rPr lang="en-US" altLang="en-US" dirty="0"/>
              <a:t>ı</a:t>
            </a:r>
            <a:r>
              <a:rPr lang="en-US" altLang="en-US" dirty="0"/>
              <a:t>, CPU s</a:t>
            </a:r>
            <a:r>
              <a:rPr lang="en-US" altLang="en-US" dirty="0"/>
              <a:t>ı</a:t>
            </a:r>
            <a:r>
              <a:rPr lang="en-US" altLang="en-US" dirty="0"/>
              <a:t>ras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 bekliyor.</a:t>
            </a:r>
            <a:endParaRPr lang="en-US" altLang="en-US" dirty="0"/>
          </a:p>
          <a:p>
            <a:r>
              <a:rPr lang="en-US" altLang="en-US" dirty="0"/>
              <a:t>Running (</a:t>
            </a:r>
            <a:r>
              <a:rPr lang="en-US" altLang="en-US" dirty="0"/>
              <a:t>Ç</a:t>
            </a:r>
            <a:r>
              <a:rPr lang="en-US" altLang="en-US" dirty="0"/>
              <a:t>al</a:t>
            </a:r>
            <a:r>
              <a:rPr lang="en-US" altLang="en-US" dirty="0"/>
              <a:t>ışı</a:t>
            </a:r>
            <a:r>
              <a:rPr lang="en-US" altLang="en-US" dirty="0"/>
              <a:t>yor): Thread, i</a:t>
            </a:r>
            <a:r>
              <a:rPr lang="en-US" altLang="en-US" dirty="0"/>
              <a:t>ş</a:t>
            </a:r>
            <a:r>
              <a:rPr lang="en-US" altLang="en-US" dirty="0"/>
              <a:t>lemci üzerinde aktif olarak </a:t>
            </a:r>
            <a:r>
              <a:rPr lang="en-US" altLang="en-US" dirty="0"/>
              <a:t>ç</a:t>
            </a:r>
            <a:r>
              <a:rPr lang="en-US" altLang="en-US" dirty="0"/>
              <a:t>al</a:t>
            </a:r>
            <a:r>
              <a:rPr lang="en-US" altLang="en-US" dirty="0"/>
              <a:t>ışı</a:t>
            </a:r>
            <a:r>
              <a:rPr lang="en-US" altLang="en-US" dirty="0"/>
              <a:t>yor.</a:t>
            </a:r>
            <a:endParaRPr lang="en-US" altLang="en-US" dirty="0"/>
          </a:p>
          <a:p>
            <a:r>
              <a:rPr lang="en-US" altLang="en-US" dirty="0"/>
              <a:t>Blocked (Bloke/Bekliyor): Kilit bekliyor, I/O operasyonu bekliyor veya join() </a:t>
            </a:r>
            <a:r>
              <a:rPr lang="en-US" altLang="en-US" dirty="0"/>
              <a:t>ç</a:t>
            </a:r>
            <a:r>
              <a:rPr lang="en-US" altLang="en-US" dirty="0"/>
              <a:t>a</a:t>
            </a:r>
            <a:r>
              <a:rPr lang="en-US" altLang="en-US" dirty="0"/>
              <a:t>ğ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ld</a:t>
            </a:r>
            <a:r>
              <a:rPr lang="en-US" altLang="en-US" dirty="0"/>
              <a:t>ı</a:t>
            </a:r>
            <a:r>
              <a:rPr lang="en-US" altLang="en-US" dirty="0"/>
              <a:t>.</a:t>
            </a:r>
            <a:endParaRPr lang="en-US" altLang="en-US" dirty="0"/>
          </a:p>
          <a:p>
            <a:r>
              <a:rPr lang="en-US" altLang="en-US" dirty="0"/>
              <a:t>Terminated (Sonlanm</a:t>
            </a:r>
            <a:r>
              <a:rPr lang="en-US" altLang="en-US" dirty="0"/>
              <a:t>ış</a:t>
            </a:r>
            <a:r>
              <a:rPr lang="en-US" altLang="en-US" dirty="0"/>
              <a:t>): Thread i</a:t>
            </a:r>
            <a:r>
              <a:rPr lang="en-US" altLang="en-US" dirty="0"/>
              <a:t>ş</a:t>
            </a:r>
            <a:r>
              <a:rPr lang="en-US" altLang="en-US" dirty="0"/>
              <a:t>ini tamamlad</a:t>
            </a:r>
            <a:r>
              <a:rPr lang="en-US" altLang="en-US" dirty="0"/>
              <a:t>ı</a:t>
            </a:r>
            <a:r>
              <a:rPr lang="en-US" altLang="en-US" dirty="0"/>
              <a:t>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Thread Ya</a:t>
            </a:r>
            <a:r>
              <a:rPr lang="en-US" altLang="en-US" dirty="0"/>
              <a:t>ş</a:t>
            </a:r>
            <a:r>
              <a:rPr lang="en-US" altLang="en-US" dirty="0"/>
              <a:t>am Döngüsü: Be</a:t>
            </a:r>
            <a:r>
              <a:rPr lang="en-US" altLang="en-US" dirty="0"/>
              <a:t>ş</a:t>
            </a:r>
            <a:r>
              <a:rPr lang="en-US" altLang="en-US" dirty="0"/>
              <a:t> Temel Durum</a:t>
            </a:r>
            <a:endParaRPr lang="en-US" altLang="en-US" dirty="0"/>
          </a:p>
        </p:txBody>
      </p:sp>
      <p:pic>
        <p:nvPicPr>
          <p:cNvPr id="5" name="Resim 4" descr="cl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2965" y="2209800"/>
            <a:ext cx="7926749" cy="432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Daemon Thread'ler: Program Sonuna Ba</a:t>
            </a:r>
            <a:r>
              <a:rPr lang="en-US" altLang="en-US" dirty="0"/>
              <a:t>ğ</a:t>
            </a:r>
            <a:r>
              <a:rPr lang="en-US" altLang="en-US" dirty="0"/>
              <a:t>l</a:t>
            </a:r>
            <a:r>
              <a:rPr lang="en-US" altLang="en-US" dirty="0"/>
              <a:t>ı</a:t>
            </a:r>
            <a:r>
              <a:rPr lang="en-US" altLang="en-US" dirty="0"/>
              <a:t> Servisler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Bu Thread'ler, ana program</a:t>
            </a:r>
            <a:r>
              <a:rPr lang="en-US" altLang="en-US" dirty="0"/>
              <a:t>ı</a:t>
            </a:r>
            <a:r>
              <a:rPr lang="en-US" altLang="en-US" dirty="0"/>
              <a:t>n </a:t>
            </a:r>
            <a:r>
              <a:rPr lang="en-US" altLang="en-US" dirty="0"/>
              <a:t>ç</a:t>
            </a:r>
            <a:r>
              <a:rPr lang="en-US" altLang="en-US" dirty="0"/>
              <a:t>al</a:t>
            </a:r>
            <a:r>
              <a:rPr lang="en-US" altLang="en-US" dirty="0"/>
              <a:t>ış</a:t>
            </a:r>
            <a:r>
              <a:rPr lang="en-US" altLang="en-US" dirty="0"/>
              <a:t>mas</a:t>
            </a:r>
            <a:r>
              <a:rPr lang="en-US" altLang="en-US" dirty="0"/>
              <a:t>ı</a:t>
            </a:r>
            <a:r>
              <a:rPr lang="en-US" altLang="en-US" dirty="0"/>
              <a:t> bitti</a:t>
            </a:r>
            <a:r>
              <a:rPr lang="en-US" altLang="en-US" dirty="0"/>
              <a:t>ğ</a:t>
            </a:r>
            <a:r>
              <a:rPr lang="en-US" altLang="en-US" dirty="0"/>
              <a:t>inde, i</a:t>
            </a:r>
            <a:r>
              <a:rPr lang="en-US" altLang="en-US" dirty="0"/>
              <a:t>ş</a:t>
            </a:r>
            <a:r>
              <a:rPr lang="en-US" altLang="en-US" dirty="0"/>
              <a:t>leri bitmemi</a:t>
            </a:r>
            <a:r>
              <a:rPr lang="en-US" altLang="en-US" dirty="0"/>
              <a:t>ş</a:t>
            </a:r>
            <a:r>
              <a:rPr lang="en-US" altLang="en-US" dirty="0"/>
              <a:t> olsa bile zorla sonland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lan Thread'lerdir.</a:t>
            </a:r>
            <a:endParaRPr lang="en-US" altLang="en-US" dirty="0"/>
          </a:p>
          <a:p>
            <a:r>
              <a:rPr lang="en-US" altLang="en-US" dirty="0"/>
              <a:t>Python yorumlay</a:t>
            </a:r>
            <a:r>
              <a:rPr lang="en-US" altLang="en-US" dirty="0"/>
              <a:t>ı</a:t>
            </a:r>
            <a:r>
              <a:rPr lang="en-US" altLang="en-US" dirty="0"/>
              <a:t>c</a:t>
            </a:r>
            <a:r>
              <a:rPr lang="en-US" altLang="en-US" dirty="0"/>
              <a:t>ı</a:t>
            </a:r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, </a:t>
            </a:r>
            <a:r>
              <a:rPr lang="en-US" altLang="en-US" dirty="0"/>
              <a:t>ç</a:t>
            </a:r>
            <a:r>
              <a:rPr lang="en-US" altLang="en-US" dirty="0"/>
              <a:t>al</a:t>
            </a:r>
            <a:r>
              <a:rPr lang="en-US" altLang="en-US" dirty="0"/>
              <a:t>ış</a:t>
            </a:r>
            <a:r>
              <a:rPr lang="en-US" altLang="en-US" dirty="0"/>
              <a:t>an tek bir ana Thread bile kalsa programdan </a:t>
            </a:r>
            <a:r>
              <a:rPr lang="en-US" altLang="en-US" dirty="0"/>
              <a:t>çı</a:t>
            </a:r>
            <a:r>
              <a:rPr lang="en-US" altLang="en-US" dirty="0"/>
              <a:t>kmaz. Ancak kalan tek Thread Daemon ise, program hemen sonlan</a:t>
            </a:r>
            <a:r>
              <a:rPr lang="en-US" altLang="en-US" dirty="0"/>
              <a:t>ı</a:t>
            </a:r>
            <a:r>
              <a:rPr lang="en-US" altLang="en-US" dirty="0"/>
              <a:t>r.</a:t>
            </a:r>
            <a:endParaRPr lang="en-US" altLang="en-US" dirty="0"/>
          </a:p>
          <a:p>
            <a:r>
              <a:rPr lang="en-US" altLang="en-US" dirty="0"/>
              <a:t>Loglama, periyodik durum izleme veya </a:t>
            </a:r>
            <a:r>
              <a:rPr lang="en-US" altLang="en-US" dirty="0"/>
              <a:t>ç</a:t>
            </a:r>
            <a:r>
              <a:rPr lang="en-US" altLang="en-US" dirty="0"/>
              <a:t>öp toplama gibi arka plan hizmetleri.</a:t>
            </a:r>
            <a:endParaRPr lang="en-US" altLang="en-US" dirty="0"/>
          </a:p>
          <a:p>
            <a:r>
              <a:rPr lang="en-US" altLang="en-US" dirty="0"/>
              <a:t>t = threading.Thread(target=f, daemon=True)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Daemon Thread'ler: Program Sonuna Ba</a:t>
            </a:r>
            <a:r>
              <a:rPr lang="en-US" altLang="en-US" dirty="0"/>
              <a:t>ğ</a:t>
            </a:r>
            <a:r>
              <a:rPr lang="en-US" altLang="en-US" dirty="0"/>
              <a:t>l</a:t>
            </a:r>
            <a:r>
              <a:rPr lang="en-US" altLang="en-US" dirty="0"/>
              <a:t>ı</a:t>
            </a:r>
            <a:r>
              <a:rPr lang="en-US" altLang="en-US" dirty="0"/>
              <a:t> Servisler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pPr marL="109855" indent="0">
              <a:buNone/>
            </a:pPr>
            <a:r>
              <a:rPr lang="en-US" altLang="en-US" dirty="0"/>
              <a:t>import threading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time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def arka_plan_servisi():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sayac = 0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while True: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time.sleep(0.5)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sayac += 1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print(f"[Daemon] Arka planda </a:t>
            </a:r>
            <a:r>
              <a:rPr lang="en-US" altLang="en-US" dirty="0"/>
              <a:t>ç</a:t>
            </a:r>
            <a:r>
              <a:rPr lang="en-US" altLang="en-US" dirty="0"/>
              <a:t>al</a:t>
            </a:r>
            <a:r>
              <a:rPr lang="en-US" altLang="en-US" dirty="0"/>
              <a:t>ışı</a:t>
            </a:r>
            <a:r>
              <a:rPr lang="en-US" altLang="en-US" dirty="0"/>
              <a:t>yor... {sayac}")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# daemon=True demezsek bu döngü sonsuza kadar sürer, program kapanmaz.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# daemon=True dedi</a:t>
            </a:r>
            <a:r>
              <a:rPr lang="en-US" altLang="en-US" dirty="0"/>
              <a:t>ğ</a:t>
            </a:r>
            <a:r>
              <a:rPr lang="en-US" altLang="en-US" dirty="0"/>
              <a:t>imiz i</a:t>
            </a:r>
            <a:r>
              <a:rPr lang="en-US" altLang="en-US" dirty="0"/>
              <a:t>ç</a:t>
            </a:r>
            <a:r>
              <a:rPr lang="en-US" altLang="en-US" dirty="0"/>
              <a:t>in ana program bitince bu da ölecek.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 = threading.Thread(target=arka_plan_servisi, daemon=True)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t.start()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print("Ana Program: </a:t>
            </a:r>
            <a:r>
              <a:rPr lang="en-US" altLang="en-US" dirty="0"/>
              <a:t>İş</a:t>
            </a:r>
            <a:r>
              <a:rPr lang="en-US" altLang="en-US" dirty="0"/>
              <a:t>lem yap</a:t>
            </a:r>
            <a:r>
              <a:rPr lang="en-US" altLang="en-US" dirty="0"/>
              <a:t>ı</a:t>
            </a:r>
            <a:r>
              <a:rPr lang="en-US" altLang="en-US" dirty="0"/>
              <a:t>yor (2 saniye sürecek)...")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time.sleep(2)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print("Ana Program: Bitti. </a:t>
            </a:r>
            <a:r>
              <a:rPr lang="en-US" altLang="en-US" dirty="0"/>
              <a:t>Çı</a:t>
            </a:r>
            <a:r>
              <a:rPr lang="en-US" altLang="en-US" dirty="0"/>
              <a:t>k</a:t>
            </a:r>
            <a:r>
              <a:rPr lang="en-US" altLang="en-US" dirty="0"/>
              <a:t>ış</a:t>
            </a:r>
            <a:r>
              <a:rPr lang="en-US" altLang="en-US" dirty="0"/>
              <a:t> yap</a:t>
            </a:r>
            <a:r>
              <a:rPr lang="en-US" altLang="en-US" dirty="0"/>
              <a:t>ı</a:t>
            </a:r>
            <a:r>
              <a:rPr lang="en-US" altLang="en-US" dirty="0"/>
              <a:t>l</a:t>
            </a:r>
            <a:r>
              <a:rPr lang="en-US" altLang="en-US" dirty="0"/>
              <a:t>ı</a:t>
            </a:r>
            <a:r>
              <a:rPr lang="en-US" altLang="en-US" dirty="0"/>
              <a:t>yor.")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# Program burada biter, Daemon thread'in mesajlar</a:t>
            </a:r>
            <a:r>
              <a:rPr lang="en-US" altLang="en-US" dirty="0"/>
              <a:t>ı</a:t>
            </a:r>
            <a:r>
              <a:rPr lang="en-US" altLang="en-US" dirty="0"/>
              <a:t> kesilir.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Daemon Thread'ler: Program Sonuna Ba</a:t>
            </a:r>
            <a:r>
              <a:rPr lang="en-US" altLang="en-US" dirty="0"/>
              <a:t>ğ</a:t>
            </a:r>
            <a:r>
              <a:rPr lang="en-US" altLang="en-US" dirty="0"/>
              <a:t>l</a:t>
            </a:r>
            <a:r>
              <a:rPr lang="en-US" altLang="en-US" dirty="0"/>
              <a:t>ı</a:t>
            </a:r>
            <a:r>
              <a:rPr lang="en-US" altLang="en-US" dirty="0"/>
              <a:t> Servisler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r>
              <a:rPr lang="en-US" altLang="en-US" dirty="0"/>
              <a:t>A</a:t>
            </a:r>
            <a:r>
              <a:rPr lang="en-US" altLang="en-US" dirty="0"/>
              <a:t>ş</a:t>
            </a:r>
            <a:r>
              <a:rPr lang="en-US" altLang="en-US" dirty="0"/>
              <a:t>a</a:t>
            </a:r>
            <a:r>
              <a:rPr lang="en-US" altLang="en-US" dirty="0"/>
              <a:t>ğı</a:t>
            </a:r>
            <a:r>
              <a:rPr lang="en-US" altLang="en-US" dirty="0"/>
              <a:t>daki kodda Daemon thread kullan</a:t>
            </a:r>
            <a:r>
              <a:rPr lang="en-US" altLang="en-US" dirty="0"/>
              <a:t>ı</a:t>
            </a:r>
            <a:r>
              <a:rPr lang="en-US" altLang="en-US" dirty="0"/>
              <a:t>lm</a:t>
            </a:r>
            <a:r>
              <a:rPr lang="en-US" altLang="en-US" dirty="0"/>
              <a:t>ış</a:t>
            </a:r>
            <a:r>
              <a:rPr lang="en-US" altLang="en-US" dirty="0"/>
              <a:t>t</a:t>
            </a:r>
            <a:r>
              <a:rPr lang="en-US" altLang="en-US" dirty="0"/>
              <a:t>ı</a:t>
            </a:r>
            <a:r>
              <a:rPr lang="en-US" altLang="en-US" dirty="0"/>
              <a:t>r. Program</a:t>
            </a:r>
            <a:r>
              <a:rPr lang="en-US" altLang="en-US" dirty="0"/>
              <a:t>ı</a:t>
            </a:r>
            <a:r>
              <a:rPr lang="en-US" altLang="en-US" dirty="0"/>
              <a:t>n </a:t>
            </a:r>
            <a:r>
              <a:rPr lang="en-US" altLang="en-US" dirty="0"/>
              <a:t>çı</a:t>
            </a:r>
            <a:r>
              <a:rPr lang="en-US" altLang="en-US" dirty="0"/>
              <a:t>kt</a:t>
            </a:r>
            <a:r>
              <a:rPr lang="en-US" altLang="en-US" dirty="0"/>
              <a:t>ı</a:t>
            </a:r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 hakk</a:t>
            </a:r>
            <a:r>
              <a:rPr lang="en-US" altLang="en-US" dirty="0"/>
              <a:t>ı</a:t>
            </a:r>
            <a:r>
              <a:rPr lang="en-US" altLang="en-US" dirty="0"/>
              <a:t>nda ne söylenebilir?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threading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time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def arka_plan():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time.sleep(2)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print('Arka Plan Bitti')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# daemon=True olarak ayarland</a:t>
            </a:r>
            <a:r>
              <a:rPr lang="en-US" altLang="en-US" dirty="0"/>
              <a:t>ı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 = threading.Thread(target=arka_plan, daemon=True)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t.start()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print('Ana Program Bitti')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Thread'leri Zorla Sonland</a:t>
            </a:r>
            <a:r>
              <a:rPr lang="en-US" altLang="en-US" dirty="0"/>
              <a:t>ı</a:t>
            </a:r>
            <a:r>
              <a:rPr lang="en-US" altLang="en-US" dirty="0"/>
              <a:t>rma Giri</a:t>
            </a:r>
            <a:r>
              <a:rPr lang="en-US" altLang="en-US" dirty="0"/>
              <a:t>ş</a:t>
            </a:r>
            <a:r>
              <a:rPr lang="en-US" altLang="en-US" dirty="0"/>
              <a:t>imi: Sistemsel Riskler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Python, Thread'lerin d</a:t>
            </a:r>
            <a:r>
              <a:rPr lang="en-US" altLang="en-US" dirty="0"/>
              <a:t>ış</a:t>
            </a:r>
            <a:r>
              <a:rPr lang="en-US" altLang="en-US" dirty="0"/>
              <a:t>ar</a:t>
            </a:r>
            <a:r>
              <a:rPr lang="en-US" altLang="en-US" dirty="0"/>
              <a:t>ı</a:t>
            </a:r>
            <a:r>
              <a:rPr lang="en-US" altLang="en-US" dirty="0"/>
              <a:t>dan zorla sonland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r>
              <a:rPr lang="en-US" altLang="en-US" dirty="0"/>
              <a:t>ı</a:t>
            </a:r>
            <a:r>
              <a:rPr lang="en-US" altLang="en-US" dirty="0"/>
              <a:t>lmas</a:t>
            </a:r>
            <a:r>
              <a:rPr lang="en-US" altLang="en-US" dirty="0"/>
              <a:t>ı</a:t>
            </a:r>
            <a:r>
              <a:rPr lang="en-US" altLang="en-US" dirty="0"/>
              <a:t>na izin vermez.</a:t>
            </a:r>
            <a:endParaRPr lang="en-US" altLang="en-US" dirty="0"/>
          </a:p>
          <a:p>
            <a:r>
              <a:rPr lang="en-US" altLang="en-US" dirty="0"/>
              <a:t>Bir Thread aniden durdurulursa, elinde tuttu</a:t>
            </a:r>
            <a:r>
              <a:rPr lang="en-US" altLang="en-US" dirty="0"/>
              <a:t>ğ</a:t>
            </a:r>
            <a:r>
              <a:rPr lang="en-US" altLang="en-US" dirty="0"/>
              <a:t>u Mutex kilidini  veya di</a:t>
            </a:r>
            <a:r>
              <a:rPr lang="en-US" altLang="en-US" dirty="0"/>
              <a:t>ğ</a:t>
            </a:r>
            <a:r>
              <a:rPr lang="en-US" altLang="en-US" dirty="0"/>
              <a:t>er kaynaklar</a:t>
            </a:r>
            <a:r>
              <a:rPr lang="en-US" altLang="en-US" dirty="0"/>
              <a:t>ı</a:t>
            </a:r>
            <a:r>
              <a:rPr lang="en-US" altLang="en-US" dirty="0"/>
              <a:t> serbest b</a:t>
            </a:r>
            <a:r>
              <a:rPr lang="en-US" altLang="en-US" dirty="0"/>
              <a:t>ı</a:t>
            </a:r>
            <a:r>
              <a:rPr lang="en-US" altLang="en-US" dirty="0"/>
              <a:t>rakamayabilir. Bu durum, di</a:t>
            </a:r>
            <a:r>
              <a:rPr lang="en-US" altLang="en-US" dirty="0"/>
              <a:t>ğ</a:t>
            </a:r>
            <a:r>
              <a:rPr lang="en-US" altLang="en-US" dirty="0"/>
              <a:t>er Thread'lerin sonsuza kadar beklemesine neden olan bir Deadlock'a yol a</a:t>
            </a:r>
            <a:r>
              <a:rPr lang="en-US" altLang="en-US" dirty="0"/>
              <a:t>ç</a:t>
            </a:r>
            <a:r>
              <a:rPr lang="en-US" altLang="en-US" dirty="0"/>
              <a:t>ar.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Güvenli </a:t>
            </a:r>
            <a:r>
              <a:rPr lang="en-US" altLang="en-US" dirty="0"/>
              <a:t>Çı</a:t>
            </a:r>
            <a:r>
              <a:rPr lang="en-US" altLang="en-US" dirty="0"/>
              <a:t>k</a:t>
            </a:r>
            <a:r>
              <a:rPr lang="en-US" altLang="en-US" dirty="0"/>
              <a:t>ış</a:t>
            </a:r>
            <a:r>
              <a:rPr lang="en-US" altLang="en-US" dirty="0"/>
              <a:t>: </a:t>
            </a:r>
            <a:r>
              <a:rPr lang="en-US" altLang="en-US" dirty="0"/>
              <a:t>İş</a:t>
            </a:r>
            <a:r>
              <a:rPr lang="en-US" altLang="en-US" dirty="0"/>
              <a:t>birlik</a:t>
            </a:r>
            <a:r>
              <a:rPr lang="en-US" altLang="en-US" dirty="0"/>
              <a:t>ç</a:t>
            </a:r>
            <a:r>
              <a:rPr lang="en-US" altLang="en-US" dirty="0"/>
              <a:t>i (Graceful) Sonland</a:t>
            </a:r>
            <a:r>
              <a:rPr lang="en-US" altLang="en-US" dirty="0"/>
              <a:t>ı</a:t>
            </a:r>
            <a:r>
              <a:rPr lang="en-US" altLang="en-US" dirty="0"/>
              <a:t>rma Yöntemi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Zorla sonland</a:t>
            </a:r>
            <a:r>
              <a:rPr lang="en-US" altLang="en-US" dirty="0"/>
              <a:t>ırmak yerine, Thread'ler aras</a:t>
            </a:r>
            <a:r>
              <a:rPr lang="en-US" altLang="en-US" dirty="0"/>
              <a:t>ında payla</a:t>
            </a:r>
            <a:r>
              <a:rPr lang="en-US" altLang="en-US" dirty="0"/>
              <a:t>şılan bir bayrak </a:t>
            </a:r>
            <a:r>
              <a:rPr lang="tr-TR" altLang="en-US" dirty="0"/>
              <a:t>değişkeni</a:t>
            </a:r>
            <a:r>
              <a:rPr lang="en-US" altLang="en-US" dirty="0"/>
              <a:t> veya Event nesnesi kullan</a:t>
            </a:r>
            <a:r>
              <a:rPr lang="en-US" altLang="en-US" dirty="0"/>
              <a:t>ı</a:t>
            </a:r>
            <a:r>
              <a:rPr lang="en-US" altLang="en-US" dirty="0"/>
              <a:t>l</a:t>
            </a:r>
            <a:r>
              <a:rPr lang="en-US" altLang="en-US" dirty="0"/>
              <a:t>ı</a:t>
            </a:r>
            <a:r>
              <a:rPr lang="en-US" altLang="en-US" dirty="0"/>
              <a:t>r.</a:t>
            </a:r>
            <a:endParaRPr lang="en-US" altLang="en-US" dirty="0"/>
          </a:p>
          <a:p>
            <a:r>
              <a:rPr lang="en-US" altLang="en-US" dirty="0"/>
              <a:t>Ana Thread, sonland</a:t>
            </a:r>
            <a:r>
              <a:rPr lang="en-US" altLang="en-US" dirty="0"/>
              <a:t>ı</a:t>
            </a:r>
            <a:r>
              <a:rPr lang="en-US" altLang="en-US" dirty="0"/>
              <a:t>rma iste</a:t>
            </a:r>
            <a:r>
              <a:rPr lang="en-US" altLang="en-US" dirty="0"/>
              <a:t>ğ</a:t>
            </a:r>
            <a:r>
              <a:rPr lang="en-US" altLang="en-US" dirty="0"/>
              <a:t>i i</a:t>
            </a:r>
            <a:r>
              <a:rPr lang="en-US" altLang="en-US" dirty="0"/>
              <a:t>ç</a:t>
            </a:r>
            <a:r>
              <a:rPr lang="en-US" altLang="en-US" dirty="0"/>
              <a:t>in bayra</a:t>
            </a:r>
            <a:r>
              <a:rPr lang="en-US" altLang="en-US" dirty="0"/>
              <a:t>ğı</a:t>
            </a:r>
            <a:r>
              <a:rPr lang="en-US" altLang="en-US" dirty="0"/>
              <a:t> ayarlar. </a:t>
            </a:r>
            <a:r>
              <a:rPr lang="en-US" altLang="en-US" dirty="0"/>
              <a:t>İşç</a:t>
            </a:r>
            <a:r>
              <a:rPr lang="en-US" altLang="en-US" dirty="0"/>
              <a:t>i Thread, kendi döngüsü i</a:t>
            </a:r>
            <a:r>
              <a:rPr lang="en-US" altLang="en-US" dirty="0"/>
              <a:t>ç</a:t>
            </a:r>
            <a:r>
              <a:rPr lang="en-US" altLang="en-US" dirty="0"/>
              <a:t>inde bu bayra</a:t>
            </a:r>
            <a:r>
              <a:rPr lang="en-US" altLang="en-US" dirty="0"/>
              <a:t>ğı</a:t>
            </a:r>
            <a:r>
              <a:rPr lang="en-US" altLang="en-US" dirty="0"/>
              <a:t> düzenli olarak kontrol eder. Bayrak ayarland</a:t>
            </a:r>
            <a:r>
              <a:rPr lang="en-US" altLang="en-US" dirty="0"/>
              <a:t>ığı</a:t>
            </a:r>
            <a:r>
              <a:rPr lang="en-US" altLang="en-US" dirty="0"/>
              <a:t>nda, Thread kendi kaynaklar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 (kilitleri, dosyalar</a:t>
            </a:r>
            <a:r>
              <a:rPr lang="en-US" altLang="en-US" dirty="0"/>
              <a:t>ı</a:t>
            </a:r>
            <a:r>
              <a:rPr lang="en-US" altLang="en-US" dirty="0"/>
              <a:t>) serbest b</a:t>
            </a:r>
            <a:r>
              <a:rPr lang="en-US" altLang="en-US" dirty="0"/>
              <a:t>ı</a:t>
            </a:r>
            <a:r>
              <a:rPr lang="en-US" altLang="en-US" dirty="0"/>
              <a:t>rak</a:t>
            </a:r>
            <a:r>
              <a:rPr lang="en-US" altLang="en-US" dirty="0"/>
              <a:t>ı</a:t>
            </a:r>
            <a:r>
              <a:rPr lang="en-US" altLang="en-US" dirty="0"/>
              <a:t>p düzenli bir </a:t>
            </a:r>
            <a:r>
              <a:rPr lang="en-US" altLang="en-US" dirty="0"/>
              <a:t>ş</a:t>
            </a:r>
            <a:r>
              <a:rPr lang="en-US" altLang="en-US" dirty="0"/>
              <a:t>ekilde sonlan</a:t>
            </a:r>
            <a:r>
              <a:rPr lang="en-US" altLang="en-US" dirty="0"/>
              <a:t>ı</a:t>
            </a:r>
            <a:r>
              <a:rPr lang="en-US" altLang="en-US" dirty="0"/>
              <a:t>r.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Güvenli </a:t>
            </a:r>
            <a:r>
              <a:rPr lang="en-US" altLang="en-US" dirty="0"/>
              <a:t>Çı</a:t>
            </a:r>
            <a:r>
              <a:rPr lang="en-US" altLang="en-US" dirty="0"/>
              <a:t>k</a:t>
            </a:r>
            <a:r>
              <a:rPr lang="en-US" altLang="en-US" dirty="0"/>
              <a:t>ış</a:t>
            </a:r>
            <a:r>
              <a:rPr lang="en-US" altLang="en-US" dirty="0"/>
              <a:t>: </a:t>
            </a:r>
            <a:r>
              <a:rPr lang="en-US" altLang="en-US" dirty="0"/>
              <a:t>İş</a:t>
            </a:r>
            <a:r>
              <a:rPr lang="en-US" altLang="en-US" dirty="0"/>
              <a:t>birlik</a:t>
            </a:r>
            <a:r>
              <a:rPr lang="en-US" altLang="en-US" dirty="0"/>
              <a:t>ç</a:t>
            </a:r>
            <a:r>
              <a:rPr lang="en-US" altLang="en-US" dirty="0"/>
              <a:t>i (Graceful) Sonland</a:t>
            </a:r>
            <a:r>
              <a:rPr lang="en-US" altLang="en-US" dirty="0"/>
              <a:t>ı</a:t>
            </a:r>
            <a:r>
              <a:rPr lang="en-US" altLang="en-US" dirty="0"/>
              <a:t>rma Yöntemi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pPr marL="109855" indent="0">
              <a:buNone/>
            </a:pPr>
            <a:r>
              <a:rPr lang="en-US" altLang="en-US" dirty="0"/>
              <a:t>import threading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time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cikis_sinyali = threading.Event()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def dosya_isleyici():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while not cikis_sinyali.is_set():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print("</a:t>
            </a:r>
            <a:r>
              <a:rPr lang="en-US" altLang="en-US" dirty="0"/>
              <a:t>İşç</a:t>
            </a:r>
            <a:r>
              <a:rPr lang="en-US" altLang="en-US" dirty="0"/>
              <a:t>i: Dosya i</a:t>
            </a:r>
            <a:r>
              <a:rPr lang="en-US" altLang="en-US" dirty="0"/>
              <a:t>ş</a:t>
            </a:r>
            <a:r>
              <a:rPr lang="en-US" altLang="en-US" dirty="0"/>
              <a:t>leniyor...")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time.sleep(1) # Uzun süren i</a:t>
            </a:r>
            <a:r>
              <a:rPr lang="en-US" altLang="en-US" dirty="0"/>
              <a:t>ş</a:t>
            </a:r>
            <a:r>
              <a:rPr lang="en-US" altLang="en-US" dirty="0"/>
              <a:t> simülasyonu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print("</a:t>
            </a:r>
            <a:r>
              <a:rPr lang="en-US" altLang="en-US" dirty="0"/>
              <a:t>İşç</a:t>
            </a:r>
            <a:r>
              <a:rPr lang="en-US" altLang="en-US" dirty="0"/>
              <a:t>i: </a:t>
            </a:r>
            <a:r>
              <a:rPr lang="en-US" altLang="en-US" dirty="0"/>
              <a:t>Çı</a:t>
            </a:r>
            <a:r>
              <a:rPr lang="en-US" altLang="en-US" dirty="0"/>
              <a:t>k</a:t>
            </a:r>
            <a:r>
              <a:rPr lang="en-US" altLang="en-US" dirty="0"/>
              <a:t>ış</a:t>
            </a:r>
            <a:r>
              <a:rPr lang="en-US" altLang="en-US" dirty="0"/>
              <a:t> sinyali al</a:t>
            </a:r>
            <a:r>
              <a:rPr lang="en-US" altLang="en-US" dirty="0"/>
              <a:t>ı</a:t>
            </a:r>
            <a:r>
              <a:rPr lang="en-US" altLang="en-US" dirty="0"/>
              <a:t>nd</a:t>
            </a:r>
            <a:r>
              <a:rPr lang="en-US" altLang="en-US" dirty="0"/>
              <a:t>ı</a:t>
            </a:r>
            <a:r>
              <a:rPr lang="en-US" altLang="en-US" dirty="0"/>
              <a:t>. Temizlik yap</a:t>
            </a:r>
            <a:r>
              <a:rPr lang="en-US" altLang="en-US" dirty="0"/>
              <a:t>ı</a:t>
            </a:r>
            <a:r>
              <a:rPr lang="en-US" altLang="en-US" dirty="0"/>
              <a:t>p kapan</a:t>
            </a:r>
            <a:r>
              <a:rPr lang="en-US" altLang="en-US" dirty="0"/>
              <a:t>ı</a:t>
            </a:r>
            <a:r>
              <a:rPr lang="en-US" altLang="en-US" dirty="0"/>
              <a:t>yor. ")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 = threading.Thread(target=dosya_isleyici)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t.start()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time.sleep(3)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print("Ana Thread: Art</a:t>
            </a:r>
            <a:r>
              <a:rPr lang="en-US" altLang="en-US" dirty="0"/>
              <a:t>ı</a:t>
            </a:r>
            <a:r>
              <a:rPr lang="en-US" altLang="en-US" dirty="0"/>
              <a:t>k durmal</a:t>
            </a:r>
            <a:r>
              <a:rPr lang="en-US" altLang="en-US" dirty="0"/>
              <a:t>ı</a:t>
            </a:r>
            <a:r>
              <a:rPr lang="en-US" altLang="en-US" dirty="0"/>
              <a:t>s</a:t>
            </a:r>
            <a:r>
              <a:rPr lang="en-US" altLang="en-US" dirty="0"/>
              <a:t>ı</a:t>
            </a:r>
            <a:r>
              <a:rPr lang="en-US" altLang="en-US" dirty="0"/>
              <a:t>n.")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cikis_sinyali.set() # Bayra</a:t>
            </a:r>
            <a:r>
              <a:rPr lang="en-US" altLang="en-US" dirty="0"/>
              <a:t>ğı</a:t>
            </a:r>
            <a:r>
              <a:rPr lang="en-US" altLang="en-US" dirty="0"/>
              <a:t> kald</a:t>
            </a:r>
            <a:r>
              <a:rPr lang="en-US" altLang="en-US" dirty="0"/>
              <a:t>ı</a:t>
            </a:r>
            <a:r>
              <a:rPr lang="en-US" altLang="en-US" dirty="0"/>
              <a:t>r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Güvenli </a:t>
            </a:r>
            <a:r>
              <a:rPr lang="en-US" altLang="en-US" dirty="0"/>
              <a:t>Çı</a:t>
            </a:r>
            <a:r>
              <a:rPr lang="en-US" altLang="en-US" dirty="0"/>
              <a:t>k</a:t>
            </a:r>
            <a:r>
              <a:rPr lang="en-US" altLang="en-US" dirty="0"/>
              <a:t>ış</a:t>
            </a:r>
            <a:r>
              <a:rPr lang="en-US" altLang="en-US" dirty="0"/>
              <a:t>: </a:t>
            </a:r>
            <a:r>
              <a:rPr lang="en-US" altLang="en-US" dirty="0"/>
              <a:t>İş</a:t>
            </a:r>
            <a:r>
              <a:rPr lang="en-US" altLang="en-US" dirty="0"/>
              <a:t>birlik</a:t>
            </a:r>
            <a:r>
              <a:rPr lang="en-US" altLang="en-US" dirty="0"/>
              <a:t>ç</a:t>
            </a:r>
            <a:r>
              <a:rPr lang="en-US" altLang="en-US" dirty="0"/>
              <a:t>i (Graceful) Sonland</a:t>
            </a:r>
            <a:r>
              <a:rPr lang="en-US" altLang="en-US" dirty="0"/>
              <a:t>ı</a:t>
            </a:r>
            <a:r>
              <a:rPr lang="en-US" altLang="en-US" dirty="0"/>
              <a:t>rma Yöntemi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lstStyle/>
          <a:p>
            <a:r>
              <a:rPr lang="en-US" altLang="en-US" dirty="0"/>
              <a:t>A</a:t>
            </a:r>
            <a:r>
              <a:rPr lang="en-US" altLang="en-US" dirty="0"/>
              <a:t>ş</a:t>
            </a:r>
            <a:r>
              <a:rPr lang="en-US" altLang="en-US" dirty="0"/>
              <a:t>a</a:t>
            </a:r>
            <a:r>
              <a:rPr lang="en-US" altLang="en-US" dirty="0"/>
              <a:t>ğı</a:t>
            </a:r>
            <a:r>
              <a:rPr lang="en-US" altLang="en-US" dirty="0"/>
              <a:t>daki kodda threading.Event kullan</a:t>
            </a:r>
            <a:r>
              <a:rPr lang="en-US" altLang="en-US" dirty="0"/>
              <a:t>ı</a:t>
            </a:r>
            <a:r>
              <a:rPr lang="en-US" altLang="en-US" dirty="0"/>
              <a:t>lm</a:t>
            </a:r>
            <a:r>
              <a:rPr lang="en-US" altLang="en-US" dirty="0"/>
              <a:t>ış</a:t>
            </a:r>
            <a:r>
              <a:rPr lang="en-US" altLang="en-US" dirty="0"/>
              <a:t>t</a:t>
            </a:r>
            <a:r>
              <a:rPr lang="en-US" altLang="en-US" dirty="0"/>
              <a:t>ı</a:t>
            </a:r>
            <a:r>
              <a:rPr lang="en-US" altLang="en-US" dirty="0"/>
              <a:t>r. wait() metodu ne zaman </a:t>
            </a:r>
            <a:r>
              <a:rPr lang="en-US" altLang="en-US" dirty="0"/>
              <a:t>ç</a:t>
            </a:r>
            <a:r>
              <a:rPr lang="en-US" altLang="en-US" dirty="0"/>
              <a:t>al</a:t>
            </a:r>
            <a:r>
              <a:rPr lang="en-US" altLang="en-US" dirty="0"/>
              <a:t>ış</a:t>
            </a:r>
            <a:r>
              <a:rPr lang="en-US" altLang="en-US" dirty="0"/>
              <a:t>maya devam eder?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threading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time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olay = threading.Event()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def isci():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print('Bekliyor...')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olay.wait()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print('Devam ediyor!')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 = threading.Thread(target=isci)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t.start()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# ... bir süre sonra ...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# Buraya hangi kod gelmeli?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Güvenli </a:t>
            </a:r>
            <a:r>
              <a:rPr lang="en-US" altLang="en-US" dirty="0"/>
              <a:t>Çı</a:t>
            </a:r>
            <a:r>
              <a:rPr lang="en-US" altLang="en-US" dirty="0"/>
              <a:t>k</a:t>
            </a:r>
            <a:r>
              <a:rPr lang="en-US" altLang="en-US" dirty="0"/>
              <a:t>ış</a:t>
            </a:r>
            <a:r>
              <a:rPr lang="en-US" altLang="en-US" dirty="0"/>
              <a:t>: </a:t>
            </a:r>
            <a:r>
              <a:rPr lang="en-US" altLang="en-US" dirty="0"/>
              <a:t>İş</a:t>
            </a:r>
            <a:r>
              <a:rPr lang="en-US" altLang="en-US" dirty="0"/>
              <a:t>birlik</a:t>
            </a:r>
            <a:r>
              <a:rPr lang="en-US" altLang="en-US" dirty="0"/>
              <a:t>ç</a:t>
            </a:r>
            <a:r>
              <a:rPr lang="en-US" altLang="en-US" dirty="0"/>
              <a:t>i (Graceful) Sonland</a:t>
            </a:r>
            <a:r>
              <a:rPr lang="en-US" altLang="en-US" dirty="0"/>
              <a:t>ı</a:t>
            </a:r>
            <a:r>
              <a:rPr lang="en-US" altLang="en-US" dirty="0"/>
              <a:t>rma Yöntemi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Ö</a:t>
            </a:r>
            <a:r>
              <a:rPr lang="en-US" altLang="en-US" dirty="0"/>
              <a:t>ğ</a:t>
            </a:r>
            <a:r>
              <a:rPr lang="en-US" altLang="en-US" dirty="0"/>
              <a:t>rencilerin sonsuz döngüde "Soru </a:t>
            </a:r>
            <a:r>
              <a:rPr lang="en-US" altLang="en-US" dirty="0"/>
              <a:t>ç</a:t>
            </a:r>
            <a:r>
              <a:rPr lang="en-US" altLang="en-US" dirty="0"/>
              <a:t>özüyor..." yazd</a:t>
            </a:r>
            <a:r>
              <a:rPr lang="en-US" altLang="en-US" dirty="0"/>
              <a:t>ığı</a:t>
            </a:r>
            <a:r>
              <a:rPr lang="en-US" altLang="en-US" dirty="0"/>
              <a:t> bir s</a:t>
            </a:r>
            <a:r>
              <a:rPr lang="en-US" altLang="en-US" dirty="0"/>
              <a:t>ı</a:t>
            </a:r>
            <a:r>
              <a:rPr lang="en-US" altLang="en-US" dirty="0"/>
              <a:t>nav sistemi kodlay</a:t>
            </a:r>
            <a:r>
              <a:rPr lang="en-US" altLang="en-US" dirty="0"/>
              <a:t>ı</a:t>
            </a:r>
            <a:r>
              <a:rPr lang="en-US" altLang="en-US" dirty="0"/>
              <a:t>n</a:t>
            </a:r>
            <a:r>
              <a:rPr lang="en-US" altLang="en-US" dirty="0"/>
              <a:t>ı</a:t>
            </a:r>
            <a:r>
              <a:rPr lang="en-US" altLang="en-US" dirty="0"/>
              <a:t>z.</a:t>
            </a:r>
            <a:endParaRPr lang="en-US" altLang="en-US" dirty="0"/>
          </a:p>
          <a:p>
            <a:pPr lvl="1"/>
            <a:r>
              <a:rPr lang="en-US" altLang="en-US" dirty="0"/>
              <a:t>threading.Event() kullanarak bir "Süre Bitti" sinyali tan</a:t>
            </a:r>
            <a:r>
              <a:rPr lang="en-US" altLang="en-US" dirty="0"/>
              <a:t>ı</a:t>
            </a:r>
            <a:r>
              <a:rPr lang="en-US" altLang="en-US" dirty="0"/>
              <a:t>mlay</a:t>
            </a:r>
            <a:r>
              <a:rPr lang="en-US" altLang="en-US" dirty="0"/>
              <a:t>ı</a:t>
            </a:r>
            <a:r>
              <a:rPr lang="en-US" altLang="en-US" dirty="0"/>
              <a:t>n.</a:t>
            </a:r>
            <a:endParaRPr lang="en-US" altLang="en-US" dirty="0"/>
          </a:p>
          <a:p>
            <a:pPr lvl="1"/>
            <a:r>
              <a:rPr lang="en-US" altLang="en-US" dirty="0"/>
              <a:t>Ana program 3 saniye bekleyip sinyali (set()) verdi</a:t>
            </a:r>
            <a:r>
              <a:rPr lang="en-US" altLang="en-US" dirty="0"/>
              <a:t>ğ</a:t>
            </a:r>
            <a:r>
              <a:rPr lang="en-US" altLang="en-US" dirty="0"/>
              <a:t>inde, ö</a:t>
            </a:r>
            <a:r>
              <a:rPr lang="en-US" altLang="en-US" dirty="0"/>
              <a:t>ğ</a:t>
            </a:r>
            <a:r>
              <a:rPr lang="en-US" altLang="en-US" dirty="0"/>
              <a:t>renciler döngüden </a:t>
            </a:r>
            <a:r>
              <a:rPr lang="en-US" altLang="en-US" dirty="0"/>
              <a:t>çı</a:t>
            </a:r>
            <a:r>
              <a:rPr lang="en-US" altLang="en-US" dirty="0"/>
              <a:t>k</a:t>
            </a:r>
            <a:r>
              <a:rPr lang="en-US" altLang="en-US" dirty="0"/>
              <a:t>ı</a:t>
            </a:r>
            <a:r>
              <a:rPr lang="en-US" altLang="en-US" dirty="0"/>
              <a:t>p "S</a:t>
            </a:r>
            <a:r>
              <a:rPr lang="en-US" altLang="en-US" dirty="0"/>
              <a:t>ı</a:t>
            </a:r>
            <a:r>
              <a:rPr lang="en-US" altLang="en-US" dirty="0"/>
              <a:t>nav bitti" desin.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Güvenli </a:t>
            </a:r>
            <a:r>
              <a:rPr lang="en-US" altLang="en-US" dirty="0"/>
              <a:t>Çı</a:t>
            </a:r>
            <a:r>
              <a:rPr lang="en-US" altLang="en-US" dirty="0"/>
              <a:t>k</a:t>
            </a:r>
            <a:r>
              <a:rPr lang="en-US" altLang="en-US" dirty="0"/>
              <a:t>ış</a:t>
            </a:r>
            <a:r>
              <a:rPr lang="en-US" altLang="en-US" dirty="0"/>
              <a:t>: </a:t>
            </a:r>
            <a:r>
              <a:rPr lang="en-US" altLang="en-US" dirty="0"/>
              <a:t>İş</a:t>
            </a:r>
            <a:r>
              <a:rPr lang="en-US" altLang="en-US" dirty="0"/>
              <a:t>birlik</a:t>
            </a:r>
            <a:r>
              <a:rPr lang="en-US" altLang="en-US" dirty="0"/>
              <a:t>ç</a:t>
            </a:r>
            <a:r>
              <a:rPr lang="en-US" altLang="en-US" dirty="0"/>
              <a:t>i (Graceful) Sonland</a:t>
            </a:r>
            <a:r>
              <a:rPr lang="en-US" altLang="en-US" dirty="0"/>
              <a:t>ı</a:t>
            </a:r>
            <a:r>
              <a:rPr lang="en-US" altLang="en-US" dirty="0"/>
              <a:t>rma Yöntemi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50000"/>
          </a:bodyPr>
          <a:lstStyle/>
          <a:p>
            <a:pPr marL="109855" indent="0">
              <a:buNone/>
            </a:pPr>
            <a:r>
              <a:rPr lang="en-US" altLang="en-US" dirty="0"/>
              <a:t>import threading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import time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bitis_sinyali = threading.Event()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def ogrenci():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while not bitis_sinyali.is_set():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print("Soru </a:t>
            </a:r>
            <a:r>
              <a:rPr lang="en-US" altLang="en-US" dirty="0"/>
              <a:t>ç</a:t>
            </a:r>
            <a:r>
              <a:rPr lang="en-US" altLang="en-US" dirty="0"/>
              <a:t>özüyor...")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    time.sleep(0.5)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    print("S</a:t>
            </a:r>
            <a:r>
              <a:rPr lang="en-US" altLang="en-US" dirty="0"/>
              <a:t>ı</a:t>
            </a:r>
            <a:r>
              <a:rPr lang="en-US" altLang="en-US" dirty="0"/>
              <a:t>nav bitti, kalem b</a:t>
            </a:r>
            <a:r>
              <a:rPr lang="en-US" altLang="en-US" dirty="0"/>
              <a:t>ı</a:t>
            </a:r>
            <a:r>
              <a:rPr lang="en-US" altLang="en-US" dirty="0"/>
              <a:t>rak</a:t>
            </a:r>
            <a:r>
              <a:rPr lang="en-US" altLang="en-US" dirty="0"/>
              <a:t>ı</a:t>
            </a:r>
            <a:r>
              <a:rPr lang="en-US" altLang="en-US" dirty="0"/>
              <a:t>ld</a:t>
            </a:r>
            <a:r>
              <a:rPr lang="en-US" altLang="en-US" dirty="0"/>
              <a:t>ı</a:t>
            </a:r>
            <a:r>
              <a:rPr lang="en-US" altLang="en-US" dirty="0"/>
              <a:t>.")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 = threading.Thread(target=ogrenci)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t.start()</a:t>
            </a:r>
            <a:endParaRPr lang="en-US" altLang="en-US" dirty="0"/>
          </a:p>
          <a:p>
            <a:pPr marL="109855" indent="0">
              <a:buNone/>
            </a:pP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time.sleep(3)</a:t>
            </a:r>
            <a:endParaRPr lang="en-US" altLang="en-US" dirty="0"/>
          </a:p>
          <a:p>
            <a:pPr marL="109855" indent="0">
              <a:buNone/>
            </a:pPr>
            <a:r>
              <a:rPr lang="en-US" altLang="en-US" dirty="0"/>
              <a:t>bitis_sinyali.set() # Döngüyü k</a:t>
            </a:r>
            <a:r>
              <a:rPr lang="en-US" altLang="en-US" dirty="0"/>
              <a:t>ı</a:t>
            </a:r>
            <a:r>
              <a:rPr lang="en-US" altLang="en-US" dirty="0"/>
              <a:t>rar</a:t>
            </a: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0</TotalTime>
  <Words>12185</Words>
  <Application>WPS Sunum</Application>
  <PresentationFormat>Geniş ekran</PresentationFormat>
  <Paragraphs>370</Paragraphs>
  <Slides>37</Slides>
  <Notes>1</Notes>
  <HiddenSlides>0</HiddenSlides>
  <MMClips>2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Arial</vt:lpstr>
      <vt:lpstr>SimSun</vt:lpstr>
      <vt:lpstr>Wingdings</vt:lpstr>
      <vt:lpstr>Georgia</vt:lpstr>
      <vt:lpstr>Wingdings 2</vt:lpstr>
      <vt:lpstr>Wingdings</vt:lpstr>
      <vt:lpstr>Calibri</vt:lpstr>
      <vt:lpstr>Microsoft YaHei</vt:lpstr>
      <vt:lpstr>Arial Unicode MS</vt:lpstr>
      <vt:lpstr>Eğitim sunusu</vt:lpstr>
      <vt:lpstr>Paralel Hesaplama</vt:lpstr>
      <vt:lpstr>Sınırlı Kaynak Problemi: Tek İzinli Kilitten Çoklu İzinli Erişime Geçiş</vt:lpstr>
      <vt:lpstr>Semafor Operasyonları: Kritik Bölgeyi Kontrol Etmek</vt:lpstr>
      <vt:lpstr>Semafor (Semaphore): N-İzinli Senkronizasyon Aracı</vt:lpstr>
      <vt:lpstr>Semafor Operasyonları: Kritik Bölgeyi Kontrol Etmek</vt:lpstr>
      <vt:lpstr>Semafor Operasyonları: Kritik Bölgeyi Kontrol Etmek</vt:lpstr>
      <vt:lpstr>Python Programlama Dili ile Semafor Uygulaması</vt:lpstr>
      <vt:lpstr>Python Programlama Dili ile Semafor Uygulaması</vt:lpstr>
      <vt:lpstr>Python Programlama Dili ile Semafor Uygulaması</vt:lpstr>
      <vt:lpstr>Python Programlama Dili ile Semafor Uygulaması</vt:lpstr>
      <vt:lpstr>Python Programlama Dili ile Semafor Uygulaması</vt:lpstr>
      <vt:lpstr>Python Programlama Dili ile Semafor Uygulaması</vt:lpstr>
      <vt:lpstr>Python Programlama Dili ile Semafor Uygulaması</vt:lpstr>
      <vt:lpstr>Kod Akışı Analizi: Kritik Bölge İçinde Semafor</vt:lpstr>
      <vt:lpstr>Uygulama Alanı: Veritabanı Bağlantı Havuzu Yönetimi</vt:lpstr>
      <vt:lpstr>Uygulama Alanı: Veritabanı Bağlantı Havuzu Yönetimi</vt:lpstr>
      <vt:lpstr>Python Programlama Dili ile Semafor Uygulaması</vt:lpstr>
      <vt:lpstr>Python Programlama Dili ile Semafor Uygulaması</vt:lpstr>
      <vt:lpstr>BoundedSemaphore: Sayaç Güvenliği</vt:lpstr>
      <vt:lpstr>BoundedSemaphore: Sayaç Güvenliği</vt:lpstr>
      <vt:lpstr>BoundedSemaphore: Sayaç Güvenliği</vt:lpstr>
      <vt:lpstr>BoundedSemaphore: Sayaç Güvenliği</vt:lpstr>
      <vt:lpstr>Mutex/Lock ve Semafor Arasındaki İlişki</vt:lpstr>
      <vt:lpstr>Detaylı Kod İncelemesi: acquire ve release Sırası</vt:lpstr>
      <vt:lpstr>Semafor Bloklama Davranışı ve Thread Uyku Durumu</vt:lpstr>
      <vt:lpstr>Mutex/Lock ve Semafor Arasındaki İlişki</vt:lpstr>
      <vt:lpstr>Thread Yaşam Döngüsü: Beş Temel Durum</vt:lpstr>
      <vt:lpstr>Thread Yaşam Döngüsü: Beş Temel Durum</vt:lpstr>
      <vt:lpstr>Daemon Thread'ler: Program Sonuna Bağlı Servisler</vt:lpstr>
      <vt:lpstr>Daemon Thread'ler: Program Sonuna Bağlı Servisler</vt:lpstr>
      <vt:lpstr>Daemon Thread'ler: Program Sonuna Bağlı Servisler</vt:lpstr>
      <vt:lpstr>Thread'leri Zorla Sonlandırma Girişimi: Sistemsel Riskler</vt:lpstr>
      <vt:lpstr>Güvenli Çıkış: İşbirlikçi (Graceful) Sonlandırma Yöntemi</vt:lpstr>
      <vt:lpstr>Güvenli Çıkış: İşbirlikçi (Graceful) Sonlandırma Yöntemi</vt:lpstr>
      <vt:lpstr>Güvenli Çıkış: İşbirlikçi (Graceful) Sonlandırma Yöntemi</vt:lpstr>
      <vt:lpstr>Güvenli Çıkış: İşbirlikçi (Graceful) Sonlandırma Yöntemi</vt:lpstr>
      <vt:lpstr>Güvenli Çıkış: İşbirlikçi (Graceful) Sonlandırma Yöntemi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 ve Bilişim Güvenliği</dc:title>
  <dc:creator>ZaferS</dc:creator>
  <cp:lastModifiedBy>Zafer</cp:lastModifiedBy>
  <cp:revision>422</cp:revision>
  <dcterms:created xsi:type="dcterms:W3CDTF">2023-12-09T09:03:00Z</dcterms:created>
  <dcterms:modified xsi:type="dcterms:W3CDTF">2025-12-27T16:59:10Z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CV">
    <vt:lpwstr>075980AA15F642F48986FAA59BC7CDD0_12</vt:lpwstr>
  </property>
  <property fmtid="{D5CDD505-2E9C-101B-9397-08002B2CF9AE}" pid="4" name="KSOProductBuildVer">
    <vt:lpwstr>1055-12.2.0.22549</vt:lpwstr>
  </property>
</Properties>
</file>