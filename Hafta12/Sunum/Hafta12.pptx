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7" r:id="rId3"/>
    <p:sldId id="258" r:id="rId5"/>
    <p:sldId id="259" r:id="rId6"/>
    <p:sldId id="266" r:id="rId7"/>
    <p:sldId id="267" r:id="rId8"/>
    <p:sldId id="260" r:id="rId9"/>
    <p:sldId id="261" r:id="rId10"/>
    <p:sldId id="268" r:id="rId11"/>
    <p:sldId id="263" r:id="rId12"/>
    <p:sldId id="262" r:id="rId13"/>
    <p:sldId id="283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64" r:id="rId26"/>
    <p:sldId id="265" r:id="rId27"/>
    <p:sldId id="281" r:id="rId28"/>
    <p:sldId id="282" r:id="rId29"/>
    <p:sldId id="284" r:id="rId30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B4B98B0-60AC-42C2-AFA5-B58CD77FA1E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89911" autoAdjust="0"/>
  </p:normalViewPr>
  <p:slideViewPr>
    <p:cSldViewPr snapToGrid="0" showGuides="1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</a:fld>
            <a:endParaRPr lang="tr-T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 hasCustomPrompt="1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 hasCustomPrompt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135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 hasCustomPrompt="1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 hasCustomPrompt="1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 hasCustomPrompt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 hasCustomPrompt="1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889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 eaLnBrk="1" latinLnBrk="0" hangingPunct="1"/>
            <a:r>
              <a:rPr lang="tr-TR" noProof="0" dirty="0"/>
              <a:t>İkinci düzey</a:t>
            </a:r>
            <a:endParaRPr lang="tr-TR" noProof="0" dirty="0"/>
          </a:p>
          <a:p>
            <a:pPr lvl="2" rtl="0" eaLnBrk="1" latinLnBrk="0" hangingPunct="1"/>
            <a:r>
              <a:rPr lang="tr-TR" noProof="0" dirty="0"/>
              <a:t>Üçüncü düzey</a:t>
            </a:r>
            <a:endParaRPr lang="tr-TR" noProof="0" dirty="0"/>
          </a:p>
          <a:p>
            <a:pPr lvl="3" rtl="0" eaLnBrk="1" latinLnBrk="0" hangingPunct="1"/>
            <a:r>
              <a:rPr lang="tr-TR" noProof="0" dirty="0"/>
              <a:t>Dördüncü düzey</a:t>
            </a:r>
            <a:endParaRPr lang="tr-TR" noProof="0" dirty="0"/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  <a:endParaRPr lang="tr-TR" noProof="0" dirty="0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 panose="02040502050405020303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495" indent="-247015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 panose="02040502050405020303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290" indent="-21971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830" indent="-201295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9001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09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3009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microsoft.com/office/2007/relationships/media" Target="../media/media2.mp4"/><Relationship Id="rId1" Type="http://schemas.openxmlformats.org/officeDocument/2006/relationships/video" Target="NUL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microsoft.com/office/2007/relationships/media" Target="../media/media3.mp4"/><Relationship Id="rId1" Type="http://schemas.openxmlformats.org/officeDocument/2006/relationships/video" Target="NULL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microsoft.com/office/2007/relationships/media" Target="../media/media4.mp4"/><Relationship Id="rId1" Type="http://schemas.openxmlformats.org/officeDocument/2006/relationships/video" Target="NULL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Processler</a:t>
            </a:r>
            <a:r>
              <a:rPr lang="tr-TR" dirty="0" smtClean="0"/>
              <a:t> Arası Bellek Paylaşımı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Process’ler</a:t>
            </a:r>
            <a:r>
              <a:rPr lang="tr-TR" dirty="0" smtClean="0"/>
              <a:t> oluşturulduğu zaman bellekte kendilerine ait ayrı bir bellek alanı oluşturulur ve bu alanda ilgili </a:t>
            </a:r>
            <a:r>
              <a:rPr lang="tr-TR" dirty="0" err="1" smtClean="0"/>
              <a:t>Process</a:t>
            </a:r>
            <a:r>
              <a:rPr lang="tr-TR" dirty="0" smtClean="0"/>
              <a:t> çalışır.</a:t>
            </a:r>
            <a:endParaRPr lang="tr-TR" dirty="0" smtClean="0"/>
          </a:p>
          <a:p>
            <a:r>
              <a:rPr lang="tr-TR" dirty="0" err="1" smtClean="0"/>
              <a:t>Thread’ler</a:t>
            </a:r>
            <a:r>
              <a:rPr lang="tr-TR" dirty="0" smtClean="0"/>
              <a:t> zaten ortak bir bellek alanında çalıştığı için böyle bir yapıya ihtiyaç duyulmaz.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Processler</a:t>
            </a:r>
            <a:r>
              <a:rPr lang="tr-TR" dirty="0" smtClean="0"/>
              <a:t> Arası Bellek Paylaşımı</a:t>
            </a:r>
            <a:endParaRPr lang="tr-TR" dirty="0"/>
          </a:p>
        </p:txBody>
      </p:sp>
      <p:pic>
        <p:nvPicPr>
          <p:cNvPr id="4" name="1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3000.000000" end="5969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452563" y="2249488"/>
            <a:ext cx="9288462" cy="432435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Process ve Bellek </a:t>
            </a:r>
            <a:r>
              <a:rPr lang="en-US" altLang="en-US" dirty="0"/>
              <a:t>İ</a:t>
            </a:r>
            <a:r>
              <a:rPr lang="en-US" altLang="tr-TR" dirty="0"/>
              <a:t>zolasyonu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Bil</a:t>
            </a:r>
            <a:r>
              <a:rPr lang="tr-TR" altLang="en-US" dirty="0"/>
              <a:t>indiği</a:t>
            </a:r>
            <a:r>
              <a:rPr lang="en-US" altLang="tr-TR" dirty="0"/>
              <a:t> </a:t>
            </a:r>
            <a:r>
              <a:rPr lang="en-US" altLang="en-US" dirty="0"/>
              <a:t>ü</a:t>
            </a:r>
            <a:r>
              <a:rPr lang="en-US" altLang="tr-TR" dirty="0"/>
              <a:t>zere, her Process i</a:t>
            </a:r>
            <a:r>
              <a:rPr lang="en-US" altLang="en-US" dirty="0"/>
              <a:t>ş</a:t>
            </a:r>
            <a:r>
              <a:rPr lang="en-US" altLang="tr-TR" dirty="0"/>
              <a:t>letim sisteminde kendine ait izole bir bellek alan</a:t>
            </a:r>
            <a:r>
              <a:rPr lang="en-US" altLang="en-US" dirty="0"/>
              <a:t>ı</a:t>
            </a:r>
            <a:r>
              <a:rPr lang="en-US" altLang="tr-TR" dirty="0"/>
              <a:t>na sahiptir. Bir process i</a:t>
            </a:r>
            <a:r>
              <a:rPr lang="en-US" altLang="en-US" dirty="0"/>
              <a:t>ç</a:t>
            </a:r>
            <a:r>
              <a:rPr lang="en-US" altLang="tr-TR" dirty="0"/>
              <a:t>inde tan</a:t>
            </a:r>
            <a:r>
              <a:rPr lang="en-US" altLang="en-US" dirty="0"/>
              <a:t>ı</a:t>
            </a:r>
            <a:r>
              <a:rPr lang="en-US" altLang="tr-TR" dirty="0"/>
              <a:t>mlanan de</a:t>
            </a:r>
            <a:r>
              <a:rPr lang="en-US" altLang="en-US" dirty="0"/>
              <a:t>ğ</a:t>
            </a:r>
            <a:r>
              <a:rPr lang="en-US" altLang="tr-TR" dirty="0"/>
              <a:t>i</a:t>
            </a:r>
            <a:r>
              <a:rPr lang="en-US" altLang="en-US" dirty="0"/>
              <a:t>ş</a:t>
            </a:r>
            <a:r>
              <a:rPr lang="en-US" altLang="tr-TR" dirty="0"/>
              <a:t>ken (</a:t>
            </a:r>
            <a:r>
              <a:rPr lang="en-US" altLang="en-US" dirty="0"/>
              <a:t>ö</a:t>
            </a:r>
            <a:r>
              <a:rPr lang="en-US" altLang="tr-TR" dirty="0"/>
              <a:t>rne</a:t>
            </a:r>
            <a:r>
              <a:rPr lang="en-US" altLang="en-US" dirty="0"/>
              <a:t>ğ</a:t>
            </a:r>
            <a:r>
              <a:rPr lang="en-US" altLang="tr-TR" dirty="0"/>
              <a:t>in bir liste veya saya</a:t>
            </a:r>
            <a:r>
              <a:rPr lang="en-US" altLang="en-US" dirty="0"/>
              <a:t>ç</a:t>
            </a:r>
            <a:r>
              <a:rPr lang="en-US" altLang="tr-TR" dirty="0"/>
              <a:t>), di</a:t>
            </a:r>
            <a:r>
              <a:rPr lang="en-US" altLang="en-US" dirty="0"/>
              <a:t>ğ</a:t>
            </a:r>
            <a:r>
              <a:rPr lang="en-US" altLang="tr-TR" dirty="0"/>
              <a:t>er process taraf</a:t>
            </a:r>
            <a:r>
              <a:rPr lang="en-US" altLang="en-US" dirty="0"/>
              <a:t>ı</a:t>
            </a:r>
            <a:r>
              <a:rPr lang="en-US" altLang="tr-TR" dirty="0"/>
              <a:t>ndan do</a:t>
            </a:r>
            <a:r>
              <a:rPr lang="en-US" altLang="en-US" dirty="0"/>
              <a:t>ğ</a:t>
            </a:r>
            <a:r>
              <a:rPr lang="en-US" altLang="tr-TR" dirty="0"/>
              <a:t>rudan g</a:t>
            </a:r>
            <a:r>
              <a:rPr lang="en-US" altLang="en-US" dirty="0"/>
              <a:t>ö</a:t>
            </a:r>
            <a:r>
              <a:rPr lang="en-US" altLang="tr-TR" dirty="0"/>
              <a:t>r</a:t>
            </a:r>
            <a:r>
              <a:rPr lang="en-US" altLang="en-US" dirty="0"/>
              <a:t>ü</a:t>
            </a:r>
            <a:r>
              <a:rPr lang="en-US" altLang="tr-TR" dirty="0"/>
              <a:t>lemez. Thread'lerin aksine, Process'ler belle</a:t>
            </a:r>
            <a:r>
              <a:rPr lang="en-US" altLang="en-US" dirty="0"/>
              <a:t>ğ</a:t>
            </a:r>
            <a:r>
              <a:rPr lang="en-US" altLang="tr-TR" dirty="0"/>
              <a:t>i payla</a:t>
            </a:r>
            <a:r>
              <a:rPr lang="en-US" altLang="en-US" dirty="0"/>
              <a:t>ş</a:t>
            </a:r>
            <a:r>
              <a:rPr lang="en-US" altLang="tr-TR" dirty="0"/>
              <a:t>maz. Bu durum veri g</a:t>
            </a:r>
            <a:r>
              <a:rPr lang="en-US" altLang="en-US" dirty="0"/>
              <a:t>ü</a:t>
            </a:r>
            <a:r>
              <a:rPr lang="en-US" altLang="tr-TR" dirty="0"/>
              <a:t>venli</a:t>
            </a:r>
            <a:r>
              <a:rPr lang="en-US" altLang="en-US" dirty="0"/>
              <a:t>ğ</a:t>
            </a:r>
            <a:r>
              <a:rPr lang="en-US" altLang="tr-TR" dirty="0"/>
              <a:t>i (safety) sa</a:t>
            </a:r>
            <a:r>
              <a:rPr lang="en-US" altLang="en-US" dirty="0"/>
              <a:t>ğ</a:t>
            </a:r>
            <a:r>
              <a:rPr lang="en-US" altLang="tr-TR" dirty="0"/>
              <a:t>lar ancak ileti</a:t>
            </a:r>
            <a:r>
              <a:rPr lang="en-US" altLang="en-US" dirty="0"/>
              <a:t>ş</a:t>
            </a:r>
            <a:r>
              <a:rPr lang="en-US" altLang="tr-TR" dirty="0"/>
              <a:t>imi zorla</a:t>
            </a:r>
            <a:r>
              <a:rPr lang="en-US" altLang="en-US" dirty="0"/>
              <a:t>ş</a:t>
            </a:r>
            <a:r>
              <a:rPr lang="en-US" altLang="tr-TR" dirty="0"/>
              <a:t>t</a:t>
            </a:r>
            <a:r>
              <a:rPr lang="en-US" altLang="en-US" dirty="0"/>
              <a:t>ı</a:t>
            </a:r>
            <a:r>
              <a:rPr lang="en-US" altLang="tr-TR" dirty="0"/>
              <a:t>r</a:t>
            </a:r>
            <a:r>
              <a:rPr lang="en-US" altLang="en-US" dirty="0"/>
              <a:t>ı</a:t>
            </a:r>
            <a:r>
              <a:rPr lang="en-US" altLang="tr-TR" dirty="0"/>
              <a:t>r. </a:t>
            </a:r>
            <a:r>
              <a:rPr lang="tr-TR" altLang="en-US" dirty="0"/>
              <a:t>B</a:t>
            </a:r>
            <a:r>
              <a:rPr lang="en-US" altLang="tr-TR" dirty="0"/>
              <a:t>u ileti</a:t>
            </a:r>
            <a:r>
              <a:rPr lang="en-US" altLang="en-US" dirty="0"/>
              <a:t>ş</a:t>
            </a:r>
            <a:r>
              <a:rPr lang="en-US" altLang="tr-TR" dirty="0"/>
              <a:t>im zorlu</a:t>
            </a:r>
            <a:r>
              <a:rPr lang="en-US" altLang="en-US" dirty="0"/>
              <a:t>ğ</a:t>
            </a:r>
            <a:r>
              <a:rPr lang="en-US" altLang="tr-TR" dirty="0"/>
              <a:t>unu</a:t>
            </a:r>
            <a:r>
              <a:rPr lang="tr-TR" altLang="en-US" dirty="0"/>
              <a:t>nun</a:t>
            </a:r>
            <a:r>
              <a:rPr lang="en-US" altLang="tr-TR" dirty="0"/>
              <a:t> a</a:t>
            </a:r>
            <a:r>
              <a:rPr lang="en-US" altLang="en-US" dirty="0"/>
              <a:t>ş</a:t>
            </a:r>
            <a:r>
              <a:rPr lang="tr-TR" dirty="0"/>
              <a:t>ılması</a:t>
            </a:r>
            <a:r>
              <a:rPr lang="en-US" altLang="tr-TR" dirty="0"/>
              <a:t> i</a:t>
            </a:r>
            <a:r>
              <a:rPr lang="en-US" altLang="en-US" dirty="0"/>
              <a:t>ç</a:t>
            </a:r>
            <a:r>
              <a:rPr lang="en-US" altLang="tr-TR" dirty="0"/>
              <a:t>in IPC (Inter-Process Communication) ara</a:t>
            </a:r>
            <a:r>
              <a:rPr lang="en-US" altLang="en-US" dirty="0"/>
              <a:t>ç</a:t>
            </a:r>
            <a:r>
              <a:rPr lang="en-US" altLang="tr-TR" dirty="0"/>
              <a:t>lar</a:t>
            </a:r>
            <a:r>
              <a:rPr lang="en-US" altLang="en-US" dirty="0"/>
              <a:t>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 kullan</a:t>
            </a:r>
            <a:r>
              <a:rPr lang="en-US" altLang="en-US" dirty="0"/>
              <a:t>ı</a:t>
            </a:r>
            <a:r>
              <a:rPr lang="en-US" altLang="tr-TR" dirty="0"/>
              <a:t>r</a:t>
            </a:r>
            <a:r>
              <a:rPr lang="en-US" altLang="en-US" dirty="0"/>
              <a:t>ı</a:t>
            </a:r>
            <a:r>
              <a:rPr lang="en-US" altLang="tr-TR" dirty="0"/>
              <a:t>z.</a:t>
            </a:r>
            <a:endParaRPr lang="tr-T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Neden </a:t>
            </a:r>
            <a:r>
              <a:rPr lang="en-US" altLang="en-US" dirty="0"/>
              <a:t>İ</a:t>
            </a:r>
            <a:r>
              <a:rPr lang="en-US" altLang="tr-TR" dirty="0"/>
              <a:t>leti</a:t>
            </a:r>
            <a:r>
              <a:rPr lang="en-US" altLang="en-US" dirty="0"/>
              <a:t>ş</a:t>
            </a:r>
            <a:r>
              <a:rPr lang="en-US" altLang="tr-TR" dirty="0"/>
              <a:t>im Kurmal</a:t>
            </a:r>
            <a:r>
              <a:rPr lang="en-US" altLang="en-US" dirty="0"/>
              <a:t>ı</a:t>
            </a:r>
            <a:r>
              <a:rPr lang="en-US" altLang="tr-TR" dirty="0"/>
              <a:t>y</a:t>
            </a:r>
            <a:r>
              <a:rPr lang="en-US" altLang="en-US" dirty="0"/>
              <a:t>ı</a:t>
            </a:r>
            <a:r>
              <a:rPr lang="en-US" altLang="tr-TR" dirty="0"/>
              <a:t>z?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Sadece veri g</a:t>
            </a:r>
            <a:r>
              <a:rPr lang="en-US" altLang="en-US" dirty="0"/>
              <a:t>ö</a:t>
            </a:r>
            <a:r>
              <a:rPr lang="en-US" altLang="tr-TR" dirty="0"/>
              <a:t>ndermek i</a:t>
            </a:r>
            <a:r>
              <a:rPr lang="en-US" altLang="en-US" dirty="0"/>
              <a:t>ç</a:t>
            </a:r>
            <a:r>
              <a:rPr lang="en-US" altLang="tr-TR" dirty="0"/>
              <a:t>in de</a:t>
            </a:r>
            <a:r>
              <a:rPr lang="en-US" altLang="en-US" dirty="0"/>
              <a:t>ğ</a:t>
            </a:r>
            <a:r>
              <a:rPr lang="en-US" altLang="tr-TR" dirty="0"/>
              <a:t>il, i</a:t>
            </a:r>
            <a:r>
              <a:rPr lang="en-US" altLang="en-US" dirty="0"/>
              <a:t>ş</a:t>
            </a:r>
            <a:r>
              <a:rPr lang="en-US" altLang="tr-TR" dirty="0"/>
              <a:t> ak</a:t>
            </a:r>
            <a:r>
              <a:rPr lang="en-US" altLang="en-US" dirty="0"/>
              <a:t>ışı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 y</a:t>
            </a:r>
            <a:r>
              <a:rPr lang="en-US" altLang="en-US" dirty="0"/>
              <a:t>ö</a:t>
            </a:r>
            <a:r>
              <a:rPr lang="en-US" altLang="tr-TR" dirty="0"/>
              <a:t>netmek i</a:t>
            </a:r>
            <a:r>
              <a:rPr lang="en-US" altLang="en-US" dirty="0"/>
              <a:t>ç</a:t>
            </a:r>
            <a:r>
              <a:rPr lang="en-US" altLang="tr-TR" dirty="0"/>
              <a:t>in de ileti</a:t>
            </a:r>
            <a:r>
              <a:rPr lang="en-US" altLang="en-US" dirty="0"/>
              <a:t>ş</a:t>
            </a:r>
            <a:r>
              <a:rPr lang="en-US" altLang="tr-TR" dirty="0"/>
              <a:t>im </a:t>
            </a:r>
            <a:r>
              <a:rPr lang="en-US" altLang="en-US" dirty="0"/>
              <a:t>ş</a:t>
            </a:r>
            <a:r>
              <a:rPr lang="en-US" altLang="tr-TR" dirty="0"/>
              <a:t>artt</a:t>
            </a:r>
            <a:r>
              <a:rPr lang="en-US" altLang="en-US" dirty="0"/>
              <a:t>ı</a:t>
            </a:r>
            <a:r>
              <a:rPr lang="en-US" altLang="tr-TR" dirty="0"/>
              <a:t>r.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en-US" dirty="0"/>
              <a:t>İş</a:t>
            </a:r>
            <a:r>
              <a:rPr lang="en-US" altLang="tr-TR" dirty="0"/>
              <a:t> Da</a:t>
            </a:r>
            <a:r>
              <a:rPr lang="en-US" altLang="en-US" dirty="0"/>
              <a:t>ğı</a:t>
            </a:r>
            <a:r>
              <a:rPr lang="en-US" altLang="tr-TR" dirty="0"/>
              <a:t>t</a:t>
            </a:r>
            <a:r>
              <a:rPr lang="en-US" altLang="en-US" dirty="0"/>
              <a:t>ı</a:t>
            </a:r>
            <a:r>
              <a:rPr lang="en-US" altLang="tr-TR" dirty="0"/>
              <a:t>m</a:t>
            </a:r>
            <a:r>
              <a:rPr lang="en-US" altLang="en-US" dirty="0"/>
              <a:t>ı</a:t>
            </a:r>
            <a:r>
              <a:rPr lang="en-US" altLang="tr-TR" dirty="0"/>
              <a:t>: Bir process veriyi internetten </a:t>
            </a:r>
            <a:r>
              <a:rPr lang="en-US" altLang="en-US" dirty="0"/>
              <a:t>ç</a:t>
            </a:r>
            <a:r>
              <a:rPr lang="en-US" altLang="tr-TR" dirty="0"/>
              <a:t>eker (Producer), di</a:t>
            </a:r>
            <a:r>
              <a:rPr lang="en-US" altLang="en-US" dirty="0"/>
              <a:t>ğ</a:t>
            </a:r>
            <a:r>
              <a:rPr lang="en-US" altLang="tr-TR" dirty="0"/>
              <a:t>eri veriyi temizler (Worker), bir di</a:t>
            </a:r>
            <a:r>
              <a:rPr lang="en-US" altLang="en-US" dirty="0"/>
              <a:t>ğ</a:t>
            </a:r>
            <a:r>
              <a:rPr lang="en-US" altLang="tr-TR" dirty="0"/>
              <a:t>eri veritaban</a:t>
            </a:r>
            <a:r>
              <a:rPr lang="en-US" altLang="en-US" dirty="0"/>
              <a:t>ı</a:t>
            </a:r>
            <a:r>
              <a:rPr lang="en-US" altLang="tr-TR" dirty="0"/>
              <a:t>na yazar (Consumer).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tr-TR" dirty="0"/>
              <a:t>Senkronizasyon: Bir i</a:t>
            </a:r>
            <a:r>
              <a:rPr lang="en-US" altLang="en-US" dirty="0"/>
              <a:t>ş</a:t>
            </a:r>
            <a:r>
              <a:rPr lang="en-US" altLang="tr-TR" dirty="0"/>
              <a:t>in bitti</a:t>
            </a:r>
            <a:r>
              <a:rPr lang="en-US" altLang="en-US" dirty="0"/>
              <a:t>ğ</a:t>
            </a:r>
            <a:r>
              <a:rPr lang="en-US" altLang="tr-TR" dirty="0"/>
              <a:t>ini di</a:t>
            </a:r>
            <a:r>
              <a:rPr lang="en-US" altLang="en-US" dirty="0"/>
              <a:t>ğ</a:t>
            </a:r>
            <a:r>
              <a:rPr lang="en-US" altLang="tr-TR" dirty="0"/>
              <a:t>erine haber vermek i</a:t>
            </a:r>
            <a:r>
              <a:rPr lang="en-US" altLang="en-US" dirty="0"/>
              <a:t>ç</a:t>
            </a:r>
            <a:r>
              <a:rPr lang="en-US" altLang="tr-TR" dirty="0"/>
              <a:t>in.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tr-TR" dirty="0"/>
              <a:t>Durum Payla</a:t>
            </a:r>
            <a:r>
              <a:rPr lang="en-US" altLang="en-US" dirty="0"/>
              <a:t>şı</a:t>
            </a:r>
            <a:r>
              <a:rPr lang="en-US" altLang="tr-TR" dirty="0"/>
              <a:t>m</a:t>
            </a:r>
            <a:r>
              <a:rPr lang="en-US" altLang="en-US" dirty="0"/>
              <a:t>ı</a:t>
            </a:r>
            <a:r>
              <a:rPr lang="en-US" altLang="tr-TR" dirty="0"/>
              <a:t>: Uygulaman</a:t>
            </a:r>
            <a:r>
              <a:rPr lang="en-US" altLang="en-US" dirty="0"/>
              <a:t>ı</a:t>
            </a:r>
            <a:r>
              <a:rPr lang="en-US" altLang="tr-TR" dirty="0"/>
              <a:t>n sa</a:t>
            </a:r>
            <a:r>
              <a:rPr lang="en-US" altLang="en-US" dirty="0"/>
              <a:t>ğ</a:t>
            </a:r>
            <a:r>
              <a:rPr lang="en-US" altLang="tr-TR" dirty="0"/>
              <a:t>l</a:t>
            </a:r>
            <a:r>
              <a:rPr lang="en-US" altLang="en-US" dirty="0"/>
              <a:t>ı</a:t>
            </a:r>
            <a:r>
              <a:rPr lang="en-US" altLang="tr-TR" dirty="0"/>
              <a:t>k durumunu veya hatalar</a:t>
            </a:r>
            <a:r>
              <a:rPr lang="en-US" altLang="en-US" dirty="0"/>
              <a:t>ı</a:t>
            </a:r>
            <a:r>
              <a:rPr lang="en-US" altLang="tr-TR" dirty="0"/>
              <a:t> ana s</a:t>
            </a:r>
            <a:r>
              <a:rPr lang="en-US" altLang="en-US" dirty="0"/>
              <a:t>ü</a:t>
            </a:r>
            <a:r>
              <a:rPr lang="en-US" altLang="tr-TR" dirty="0"/>
              <a:t>rece bildirmek i</a:t>
            </a:r>
            <a:r>
              <a:rPr lang="en-US" altLang="en-US" dirty="0"/>
              <a:t>ç</a:t>
            </a:r>
            <a:r>
              <a:rPr lang="en-US" altLang="tr-TR" dirty="0"/>
              <a:t>in.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Message Passing (Mesajla</a:t>
            </a:r>
            <a:r>
              <a:rPr lang="en-US" altLang="en-US" dirty="0"/>
              <a:t>ş</a:t>
            </a:r>
            <a:r>
              <a:rPr lang="en-US" altLang="tr-TR" dirty="0"/>
              <a:t>ma) y</a:t>
            </a:r>
            <a:r>
              <a:rPr lang="en-US" altLang="en-US" dirty="0"/>
              <a:t>ö</a:t>
            </a:r>
            <a:r>
              <a:rPr lang="en-US" altLang="tr-TR" dirty="0"/>
              <a:t>ntemi, bu senaryolarda process'lerin birbirine veri paketleri g</a:t>
            </a:r>
            <a:r>
              <a:rPr lang="en-US" altLang="en-US" dirty="0"/>
              <a:t>ö</a:t>
            </a:r>
            <a:r>
              <a:rPr lang="en-US" altLang="tr-TR" dirty="0"/>
              <a:t>ndererek anla</a:t>
            </a:r>
            <a:r>
              <a:rPr lang="en-US" altLang="en-US" dirty="0"/>
              <a:t>ş</a:t>
            </a:r>
            <a:r>
              <a:rPr lang="en-US" altLang="tr-TR" dirty="0"/>
              <a:t>mas</a:t>
            </a:r>
            <a:r>
              <a:rPr lang="en-US" altLang="en-US" dirty="0"/>
              <a:t>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 sa</a:t>
            </a:r>
            <a:r>
              <a:rPr lang="en-US" altLang="en-US" dirty="0"/>
              <a:t>ğ</a:t>
            </a:r>
            <a:r>
              <a:rPr lang="en-US" altLang="tr-TR" dirty="0"/>
              <a:t>lar.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Message </a:t>
            </a:r>
            <a:r>
              <a:rPr lang="tr-TR" dirty="0" err="1" smtClean="0"/>
              <a:t>Passing</a:t>
            </a:r>
            <a:r>
              <a:rPr lang="tr-TR" dirty="0" smtClean="0"/>
              <a:t> Kullanarak İletişim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Message </a:t>
            </a:r>
            <a:r>
              <a:rPr lang="tr-TR" dirty="0" err="1" smtClean="0"/>
              <a:t>Passing</a:t>
            </a:r>
            <a:r>
              <a:rPr lang="tr-TR" dirty="0" smtClean="0"/>
              <a:t> yöntemi ile iletişim kurulması tıpkı insanların kullandığı iletişim yöntemine benzer.</a:t>
            </a:r>
            <a:endParaRPr lang="tr-TR" dirty="0" smtClean="0"/>
          </a:p>
          <a:p>
            <a:r>
              <a:rPr lang="tr-TR" dirty="0" smtClean="0"/>
              <a:t>İnsanlar iletişim kurarken birbirlerine mesaj veya e-mail atarak hatta konuşarak iletişim kurarlar. Bu durumda arkadaşınızla iletişim kurarken ona bir şey söylersiniz, arkadaşınız bu söylediğinizi anlar ve buna karşılık size bir şey söyler böylece iletişim devam eder.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Message </a:t>
            </a:r>
            <a:r>
              <a:rPr lang="tr-TR" dirty="0" err="1" smtClean="0"/>
              <a:t>Passing</a:t>
            </a:r>
            <a:r>
              <a:rPr lang="tr-TR" dirty="0" smtClean="0"/>
              <a:t> Kullanarak İletişim</a:t>
            </a:r>
            <a:endParaRPr lang="tr-TR" dirty="0"/>
          </a:p>
        </p:txBody>
      </p:sp>
      <p:pic>
        <p:nvPicPr>
          <p:cNvPr id="4" name="2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end="3485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55700" y="2249488"/>
            <a:ext cx="9882188" cy="432435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Queue (Kuyruk) Yap</a:t>
            </a:r>
            <a:r>
              <a:rPr lang="en-US" altLang="en-US" dirty="0"/>
              <a:t>ı</a:t>
            </a:r>
            <a:r>
              <a:rPr lang="en-US" altLang="tr-TR" dirty="0"/>
              <a:t>s</a:t>
            </a:r>
            <a:r>
              <a:rPr lang="en-US" altLang="en-US" dirty="0"/>
              <a:t>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n Temelleri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multiprocessing.Queue, Python'daki queue.Queue yap</a:t>
            </a:r>
            <a:r>
              <a:rPr lang="en-US" altLang="en-US" dirty="0"/>
              <a:t>ı</a:t>
            </a:r>
            <a:r>
              <a:rPr lang="en-US" altLang="tr-TR" dirty="0"/>
              <a:t>s</a:t>
            </a:r>
            <a:r>
              <a:rPr lang="en-US" altLang="en-US" dirty="0"/>
              <a:t>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n process tabanl</a:t>
            </a:r>
            <a:r>
              <a:rPr lang="en-US" altLang="en-US" dirty="0"/>
              <a:t>ı</a:t>
            </a:r>
            <a:r>
              <a:rPr lang="en-US" altLang="tr-TR" dirty="0"/>
              <a:t> versiyonudur. Thread-safe ve Process-safe bir yap</a:t>
            </a:r>
            <a:r>
              <a:rPr lang="en-US" altLang="en-US" dirty="0"/>
              <a:t>ı</a:t>
            </a:r>
            <a:r>
              <a:rPr lang="en-US" altLang="tr-TR" dirty="0"/>
              <a:t>d</a:t>
            </a:r>
            <a:r>
              <a:rPr lang="en-US" altLang="en-US" dirty="0"/>
              <a:t>ı</a:t>
            </a:r>
            <a:r>
              <a:rPr lang="en-US" altLang="tr-TR" dirty="0"/>
              <a:t>r; yani ayn</a:t>
            </a:r>
            <a:r>
              <a:rPr lang="en-US" altLang="en-US" dirty="0"/>
              <a:t>ı</a:t>
            </a:r>
            <a:r>
              <a:rPr lang="en-US" altLang="tr-TR" dirty="0"/>
              <a:t> anda birden fazla </a:t>
            </a:r>
            <a:r>
              <a:rPr lang="tr-TR" altLang="en-US" dirty="0"/>
              <a:t>P</a:t>
            </a:r>
            <a:r>
              <a:rPr lang="en-US" altLang="tr-TR" dirty="0"/>
              <a:t>rocess kuyru</a:t>
            </a:r>
            <a:r>
              <a:rPr lang="en-US" altLang="en-US" dirty="0"/>
              <a:t>ğ</a:t>
            </a:r>
            <a:r>
              <a:rPr lang="en-US" altLang="tr-TR" dirty="0"/>
              <a:t>a veri yazmaya veya okumaya </a:t>
            </a:r>
            <a:r>
              <a:rPr lang="en-US" altLang="en-US" dirty="0"/>
              <a:t>ç</a:t>
            </a:r>
            <a:r>
              <a:rPr lang="en-US" altLang="tr-TR" dirty="0"/>
              <a:t>al</a:t>
            </a:r>
            <a:r>
              <a:rPr lang="en-US" altLang="en-US" dirty="0"/>
              <a:t>ış</a:t>
            </a:r>
            <a:r>
              <a:rPr lang="en-US" altLang="tr-TR" dirty="0"/>
              <a:t>sa bile veri bozulmaz. Kuyruk, FIFO (First-In, First-Out) mant</a:t>
            </a:r>
            <a:r>
              <a:rPr lang="en-US" altLang="en-US" dirty="0"/>
              <a:t>ığı</a:t>
            </a:r>
            <a:r>
              <a:rPr lang="en-US" altLang="tr-TR" dirty="0"/>
              <a:t>yla </a:t>
            </a:r>
            <a:r>
              <a:rPr lang="en-US" altLang="en-US" dirty="0"/>
              <a:t>ç</a:t>
            </a:r>
            <a:r>
              <a:rPr lang="en-US" altLang="tr-TR" dirty="0"/>
              <a:t>al</a:t>
            </a:r>
            <a:r>
              <a:rPr lang="en-US" altLang="en-US" dirty="0"/>
              <a:t>ışı</a:t>
            </a:r>
            <a:r>
              <a:rPr lang="en-US" altLang="tr-TR" dirty="0"/>
              <a:t>r; ilk giren veri ilk </a:t>
            </a:r>
            <a:r>
              <a:rPr lang="en-US" altLang="en-US" dirty="0"/>
              <a:t>çı</a:t>
            </a:r>
            <a:r>
              <a:rPr lang="en-US" altLang="tr-TR" dirty="0"/>
              <a:t>kar.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>
                <a:sym typeface="+mn-ea"/>
              </a:rPr>
              <a:t>Queue (Kuyruk) Yap</a:t>
            </a:r>
            <a:r>
              <a:rPr lang="en-US" altLang="en-US" dirty="0">
                <a:sym typeface="+mn-ea"/>
              </a:rPr>
              <a:t>ı</a:t>
            </a:r>
            <a:r>
              <a:rPr lang="en-US" altLang="tr-TR" dirty="0">
                <a:sym typeface="+mn-ea"/>
              </a:rPr>
              <a:t>s</a:t>
            </a:r>
            <a:r>
              <a:rPr lang="en-US" altLang="en-US" dirty="0">
                <a:sym typeface="+mn-ea"/>
              </a:rPr>
              <a:t>ı</a:t>
            </a:r>
            <a:r>
              <a:rPr lang="en-US" altLang="tr-TR" dirty="0">
                <a:sym typeface="+mn-ea"/>
              </a:rPr>
              <a:t>n</a:t>
            </a:r>
            <a:r>
              <a:rPr lang="en-US" altLang="en-US" dirty="0">
                <a:sym typeface="+mn-ea"/>
              </a:rPr>
              <a:t>ı</a:t>
            </a:r>
            <a:r>
              <a:rPr lang="en-US" altLang="tr-TR" dirty="0">
                <a:sym typeface="+mn-ea"/>
              </a:rPr>
              <a:t>n Temelleri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Bir baş(</a:t>
            </a:r>
            <a:r>
              <a:rPr lang="tr-TR" dirty="0" err="1" smtClean="0"/>
              <a:t>front</a:t>
            </a:r>
            <a:r>
              <a:rPr lang="tr-TR" dirty="0" smtClean="0"/>
              <a:t>) ve son(</a:t>
            </a:r>
            <a:r>
              <a:rPr lang="tr-TR" dirty="0" err="1" smtClean="0"/>
              <a:t>rear</a:t>
            </a:r>
            <a:r>
              <a:rPr lang="tr-TR" smtClean="0"/>
              <a:t>) </a:t>
            </a:r>
            <a:r>
              <a:rPr lang="tr-TR" dirty="0" smtClean="0"/>
              <a:t>içerir.</a:t>
            </a:r>
            <a:endParaRPr lang="tr-TR" dirty="0" smtClean="0"/>
          </a:p>
          <a:p>
            <a:r>
              <a:rPr lang="tr-TR" dirty="0" err="1" smtClean="0"/>
              <a:t>Queue</a:t>
            </a:r>
            <a:r>
              <a:rPr lang="tr-TR" dirty="0" smtClean="0"/>
              <a:t> kapasitesi elle belirlenebilir.</a:t>
            </a:r>
            <a:endParaRPr lang="tr-TR" dirty="0" smtClean="0"/>
          </a:p>
          <a:p>
            <a:r>
              <a:rPr lang="tr-TR" dirty="0" smtClean="0"/>
              <a:t>Bir Producer(Sağlayıcı - Gönderici) put() ile kuyruğa bir mesaj ekler ve eklenen bu mesaj Consumer(Alıcı) tarafından </a:t>
            </a:r>
            <a:r>
              <a:rPr lang="tr-TR" dirty="0" err="1" smtClean="0"/>
              <a:t>get</a:t>
            </a:r>
            <a:r>
              <a:rPr lang="tr-TR" dirty="0" smtClean="0"/>
              <a:t>() ile okunur.</a:t>
            </a:r>
            <a:endParaRPr lang="tr-TR" dirty="0" smtClean="0"/>
          </a:p>
          <a:p>
            <a:r>
              <a:rPr lang="tr-TR" dirty="0" smtClean="0"/>
              <a:t>Birden çok Producer ve birden çok Consumer olabilir.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Queues</a:t>
            </a:r>
            <a:r>
              <a:rPr lang="tr-TR" dirty="0" smtClean="0"/>
              <a:t>(Kuyruklar) ile İletişim</a:t>
            </a:r>
            <a:endParaRPr lang="tr-TR" dirty="0"/>
          </a:p>
        </p:txBody>
      </p:sp>
      <p:pic>
        <p:nvPicPr>
          <p:cNvPr id="5" name="3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5000.000000" end="6963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341438" y="2249488"/>
            <a:ext cx="9509125" cy="432435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>
                <a:sym typeface="+mn-ea"/>
              </a:rPr>
              <a:t>Queue (Kuyruk) Yap</a:t>
            </a:r>
            <a:r>
              <a:rPr lang="en-US" altLang="en-US" dirty="0">
                <a:sym typeface="+mn-ea"/>
              </a:rPr>
              <a:t>ı</a:t>
            </a:r>
            <a:r>
              <a:rPr lang="en-US" altLang="tr-TR" dirty="0">
                <a:sym typeface="+mn-ea"/>
              </a:rPr>
              <a:t>s</a:t>
            </a:r>
            <a:r>
              <a:rPr lang="en-US" altLang="en-US" dirty="0">
                <a:sym typeface="+mn-ea"/>
              </a:rPr>
              <a:t>ı</a:t>
            </a:r>
            <a:r>
              <a:rPr lang="en-US" altLang="tr-TR" dirty="0">
                <a:sym typeface="+mn-ea"/>
              </a:rPr>
              <a:t>n</a:t>
            </a:r>
            <a:r>
              <a:rPr lang="en-US" altLang="en-US" dirty="0">
                <a:sym typeface="+mn-ea"/>
              </a:rPr>
              <a:t>ı</a:t>
            </a:r>
            <a:r>
              <a:rPr lang="en-US" altLang="tr-TR" dirty="0">
                <a:sym typeface="+mn-ea"/>
              </a:rPr>
              <a:t>n Temelleri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109855" indent="0">
              <a:buNone/>
            </a:pPr>
            <a:r>
              <a:rPr lang="en-US" altLang="tr-TR" dirty="0"/>
              <a:t>from queue import Queue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from threading import Thread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import time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consumer(q):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while True: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txt = q.get()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print(txt)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time.sleep(1)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producer(q):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while True: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q.put("Merhaba")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print("Mesaj gonderildi")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time.sleep(1)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q = Queue()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t1 = Thread(target=consumer, args=(q, ))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t2 = Thread(target=producer, args=(q, ))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t1.start()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t2.start()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Blocking</a:t>
            </a:r>
            <a:r>
              <a:rPr lang="tr-TR" altLang="en-US" dirty="0"/>
              <a:t> Kavramı</a:t>
            </a:r>
            <a:endParaRPr lang="tr-TR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Kuyruklar varsay</a:t>
            </a:r>
            <a:r>
              <a:rPr lang="en-US" altLang="en-US" dirty="0"/>
              <a:t>ı</a:t>
            </a:r>
            <a:r>
              <a:rPr lang="en-US" altLang="tr-TR" dirty="0"/>
              <a:t>lan olarak Blocking modda </a:t>
            </a:r>
            <a:r>
              <a:rPr lang="en-US" altLang="en-US" dirty="0"/>
              <a:t>ç</a:t>
            </a:r>
            <a:r>
              <a:rPr lang="en-US" altLang="tr-TR" dirty="0"/>
              <a:t>al</a:t>
            </a:r>
            <a:r>
              <a:rPr lang="en-US" altLang="en-US" dirty="0"/>
              <a:t>ışı</a:t>
            </a:r>
            <a:r>
              <a:rPr lang="en-US" altLang="tr-TR" dirty="0"/>
              <a:t>r.</a:t>
            </a:r>
            <a:endParaRPr lang="en-US" altLang="tr-TR" dirty="0"/>
          </a:p>
          <a:p>
            <a:r>
              <a:rPr lang="en-US" altLang="tr-TR" dirty="0"/>
              <a:t>get() Bloklamas</a:t>
            </a:r>
            <a:r>
              <a:rPr lang="en-US" altLang="en-US" dirty="0"/>
              <a:t>ı</a:t>
            </a:r>
            <a:r>
              <a:rPr lang="en-US" altLang="tr-TR" dirty="0"/>
              <a:t>: E</a:t>
            </a:r>
            <a:r>
              <a:rPr lang="en-US" altLang="en-US" dirty="0"/>
              <a:t>ğ</a:t>
            </a:r>
            <a:r>
              <a:rPr lang="en-US" altLang="tr-TR" dirty="0"/>
              <a:t>er bir Consumer get() </a:t>
            </a:r>
            <a:r>
              <a:rPr lang="en-US" altLang="en-US" dirty="0"/>
              <a:t>ç</a:t>
            </a:r>
            <a:r>
              <a:rPr lang="en-US" altLang="tr-TR" dirty="0"/>
              <a:t>a</a:t>
            </a:r>
            <a:r>
              <a:rPr lang="en-US" altLang="en-US" dirty="0"/>
              <a:t>ğı</a:t>
            </a:r>
            <a:r>
              <a:rPr lang="en-US" altLang="tr-TR" dirty="0"/>
              <a:t>r</a:t>
            </a:r>
            <a:r>
              <a:rPr lang="en-US" altLang="en-US" dirty="0"/>
              <a:t>ı</a:t>
            </a:r>
            <a:r>
              <a:rPr lang="en-US" altLang="tr-TR" dirty="0"/>
              <a:t>rsa ve kuyruk o an bo</a:t>
            </a:r>
            <a:r>
              <a:rPr lang="en-US" altLang="en-US" dirty="0"/>
              <a:t>ş</a:t>
            </a:r>
            <a:r>
              <a:rPr lang="en-US" altLang="tr-TR" dirty="0"/>
              <a:t>sa, process orada durur (suspend). Veri gelene kadar bir sonraki sat</a:t>
            </a:r>
            <a:r>
              <a:rPr lang="en-US" altLang="en-US" dirty="0"/>
              <a:t>ı</a:t>
            </a:r>
            <a:r>
              <a:rPr lang="en-US" altLang="tr-TR" dirty="0"/>
              <a:t>ra ge</a:t>
            </a:r>
            <a:r>
              <a:rPr lang="en-US" altLang="en-US" dirty="0"/>
              <a:t>ç</a:t>
            </a:r>
            <a:r>
              <a:rPr lang="en-US" altLang="tr-TR" dirty="0"/>
              <a:t>mez.</a:t>
            </a:r>
            <a:endParaRPr lang="en-US" altLang="tr-TR" dirty="0"/>
          </a:p>
          <a:p>
            <a:r>
              <a:rPr lang="en-US" altLang="tr-TR" dirty="0"/>
              <a:t>put() Bloklamas</a:t>
            </a:r>
            <a:r>
              <a:rPr lang="en-US" altLang="en-US" dirty="0"/>
              <a:t>ı</a:t>
            </a:r>
            <a:r>
              <a:rPr lang="en-US" altLang="tr-TR" dirty="0"/>
              <a:t>: E</a:t>
            </a:r>
            <a:r>
              <a:rPr lang="en-US" altLang="en-US" dirty="0"/>
              <a:t>ğ</a:t>
            </a:r>
            <a:r>
              <a:rPr lang="en-US" altLang="tr-TR" dirty="0"/>
              <a:t>er kuyru</a:t>
            </a:r>
            <a:r>
              <a:rPr lang="en-US" altLang="en-US" dirty="0"/>
              <a:t>ğ</a:t>
            </a:r>
            <a:r>
              <a:rPr lang="en-US" altLang="tr-TR" dirty="0"/>
              <a:t>a bir</a:t>
            </a:r>
            <a:r>
              <a:rPr lang="tr-TR" altLang="en-US" dirty="0"/>
              <a:t> </a:t>
            </a:r>
            <a:r>
              <a:rPr lang="en-US" altLang="tr-TR" dirty="0"/>
              <a:t>kapasite verilmi</a:t>
            </a:r>
            <a:r>
              <a:rPr lang="en-US" altLang="en-US" dirty="0"/>
              <a:t>ş</a:t>
            </a:r>
            <a:r>
              <a:rPr lang="en-US" altLang="tr-TR" dirty="0"/>
              <a:t>se ve kuyruk doluysa, Producer put() yapmaya </a:t>
            </a:r>
            <a:r>
              <a:rPr lang="en-US" altLang="en-US" dirty="0"/>
              <a:t>ç</a:t>
            </a:r>
            <a:r>
              <a:rPr lang="en-US" altLang="tr-TR" dirty="0"/>
              <a:t>al</a:t>
            </a:r>
            <a:r>
              <a:rPr lang="en-US" altLang="en-US" dirty="0"/>
              <a:t>ış</a:t>
            </a:r>
            <a:r>
              <a:rPr lang="en-US" altLang="tr-TR" dirty="0"/>
              <a:t>t</a:t>
            </a:r>
            <a:r>
              <a:rPr lang="en-US" altLang="en-US" dirty="0"/>
              <a:t>ığı</a:t>
            </a:r>
            <a:r>
              <a:rPr lang="en-US" altLang="tr-TR" dirty="0"/>
              <a:t>nda yer a</a:t>
            </a:r>
            <a:r>
              <a:rPr lang="en-US" altLang="en-US" dirty="0"/>
              <a:t>çı</a:t>
            </a:r>
            <a:r>
              <a:rPr lang="en-US" altLang="tr-TR" dirty="0"/>
              <a:t>lana kadar bekler. Bu davran</a:t>
            </a:r>
            <a:r>
              <a:rPr lang="en-US" altLang="en-US" dirty="0"/>
              <a:t>ış</a:t>
            </a:r>
            <a:r>
              <a:rPr lang="en-US" altLang="tr-TR" dirty="0"/>
              <a:t> CPU'yu yormadan beklemeyi sa</a:t>
            </a:r>
            <a:r>
              <a:rPr lang="en-US" altLang="en-US" dirty="0"/>
              <a:t>ğ</a:t>
            </a:r>
            <a:r>
              <a:rPr lang="en-US" altLang="tr-TR" dirty="0"/>
              <a:t>lar, ancak program</a:t>
            </a:r>
            <a:r>
              <a:rPr lang="en-US" altLang="en-US" dirty="0"/>
              <a:t>ı</a:t>
            </a:r>
            <a:r>
              <a:rPr lang="en-US" altLang="tr-TR" dirty="0"/>
              <a:t>n donmu</a:t>
            </a:r>
            <a:r>
              <a:rPr lang="en-US" altLang="en-US" dirty="0"/>
              <a:t>ş</a:t>
            </a:r>
            <a:r>
              <a:rPr lang="en-US" altLang="tr-TR" dirty="0"/>
              <a:t> gibi g</a:t>
            </a:r>
            <a:r>
              <a:rPr lang="en-US" altLang="en-US" dirty="0"/>
              <a:t>ö</a:t>
            </a:r>
            <a:r>
              <a:rPr lang="en-US" altLang="tr-TR" dirty="0"/>
              <a:t>r</a:t>
            </a:r>
            <a:r>
              <a:rPr lang="en-US" altLang="en-US" dirty="0"/>
              <a:t>ü</a:t>
            </a:r>
            <a:r>
              <a:rPr lang="en-US" altLang="tr-TR" dirty="0"/>
              <a:t>nmesine de neden olabilir.</a:t>
            </a:r>
            <a:endParaRPr lang="en-US" altLang="tr-TR" dirty="0"/>
          </a:p>
          <a:p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Bloklama Y</a:t>
            </a:r>
            <a:r>
              <a:rPr lang="en-US" altLang="en-US" dirty="0"/>
              <a:t>ö</a:t>
            </a:r>
            <a:r>
              <a:rPr lang="en-US" altLang="tr-TR" dirty="0"/>
              <a:t>netimi ve timeout Parametresi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Process'in sonsuza kadar beklemesini </a:t>
            </a:r>
            <a:r>
              <a:rPr lang="en-US" altLang="en-US" dirty="0"/>
              <a:t>ö</a:t>
            </a:r>
            <a:r>
              <a:rPr lang="en-US" altLang="tr-TR" dirty="0"/>
              <a:t>nlemek i</a:t>
            </a:r>
            <a:r>
              <a:rPr lang="en-US" altLang="en-US" dirty="0"/>
              <a:t>ç</a:t>
            </a:r>
            <a:r>
              <a:rPr lang="en-US" altLang="tr-TR" dirty="0"/>
              <a:t>in timeout parametresi kullan</a:t>
            </a:r>
            <a:r>
              <a:rPr lang="en-US" altLang="en-US" dirty="0"/>
              <a:t>ı</a:t>
            </a:r>
            <a:r>
              <a:rPr lang="en-US" altLang="tr-TR" dirty="0"/>
              <a:t>l</a:t>
            </a:r>
            <a:r>
              <a:rPr lang="en-US" altLang="en-US" dirty="0"/>
              <a:t>ı</a:t>
            </a:r>
            <a:r>
              <a:rPr lang="en-US" altLang="tr-TR" dirty="0"/>
              <a:t>r. q.get(timeout=5) komutu, "Veri i</a:t>
            </a:r>
            <a:r>
              <a:rPr lang="en-US" altLang="en-US" dirty="0"/>
              <a:t>ç</a:t>
            </a:r>
            <a:r>
              <a:rPr lang="en-US" altLang="tr-TR" dirty="0"/>
              <a:t>in 5 saniye bekle, gelmezse hata ver" anlam</a:t>
            </a:r>
            <a:r>
              <a:rPr lang="en-US" altLang="en-US" dirty="0"/>
              <a:t>ı</a:t>
            </a:r>
            <a:r>
              <a:rPr lang="en-US" altLang="tr-TR" dirty="0"/>
              <a:t>na gelir. E</a:t>
            </a:r>
            <a:r>
              <a:rPr lang="en-US" altLang="en-US" dirty="0"/>
              <a:t>ğ</a:t>
            </a:r>
            <a:r>
              <a:rPr lang="en-US" altLang="tr-TR" dirty="0"/>
              <a:t>er s</a:t>
            </a:r>
            <a:r>
              <a:rPr lang="en-US" altLang="en-US" dirty="0"/>
              <a:t>ü</a:t>
            </a:r>
            <a:r>
              <a:rPr lang="en-US" altLang="tr-TR" dirty="0"/>
              <a:t>re dolarsa queue.Empty hatas</a:t>
            </a:r>
            <a:r>
              <a:rPr lang="en-US" altLang="en-US" dirty="0"/>
              <a:t>ı</a:t>
            </a:r>
            <a:r>
              <a:rPr lang="en-US" altLang="tr-TR" dirty="0"/>
              <a:t> f</a:t>
            </a:r>
            <a:r>
              <a:rPr lang="en-US" altLang="en-US" dirty="0"/>
              <a:t>ı</a:t>
            </a:r>
            <a:r>
              <a:rPr lang="en-US" altLang="tr-TR" dirty="0"/>
              <a:t>rlat</a:t>
            </a:r>
            <a:r>
              <a:rPr lang="en-US" altLang="en-US" dirty="0"/>
              <a:t>ı</a:t>
            </a:r>
            <a:r>
              <a:rPr lang="en-US" altLang="tr-TR" dirty="0"/>
              <a:t>l</a:t>
            </a:r>
            <a:r>
              <a:rPr lang="en-US" altLang="en-US" dirty="0"/>
              <a:t>ı</a:t>
            </a:r>
            <a:r>
              <a:rPr lang="en-US" altLang="tr-TR" dirty="0"/>
              <a:t>r. Bu y</a:t>
            </a:r>
            <a:r>
              <a:rPr lang="en-US" altLang="en-US" dirty="0"/>
              <a:t>ö</a:t>
            </a:r>
            <a:r>
              <a:rPr lang="en-US" altLang="tr-TR" dirty="0"/>
              <a:t>ntem, kilitlenmi</a:t>
            </a:r>
            <a:r>
              <a:rPr lang="en-US" altLang="en-US" dirty="0"/>
              <a:t>ş</a:t>
            </a:r>
            <a:r>
              <a:rPr lang="en-US" altLang="tr-TR" dirty="0"/>
              <a:t> s</a:t>
            </a:r>
            <a:r>
              <a:rPr lang="en-US" altLang="en-US" dirty="0"/>
              <a:t>ü</a:t>
            </a:r>
            <a:r>
              <a:rPr lang="en-US" altLang="tr-TR" dirty="0"/>
              <a:t>re</a:t>
            </a:r>
            <a:r>
              <a:rPr lang="en-US" altLang="en-US" dirty="0"/>
              <a:t>ç</a:t>
            </a:r>
            <a:r>
              <a:rPr lang="en-US" altLang="tr-TR" dirty="0"/>
              <a:t>leri tespit etmek ve program</a:t>
            </a:r>
            <a:r>
              <a:rPr lang="en-US" altLang="en-US" dirty="0"/>
              <a:t>ı</a:t>
            </a:r>
            <a:r>
              <a:rPr lang="en-US" altLang="tr-TR" dirty="0"/>
              <a:t>n ak</a:t>
            </a:r>
            <a:r>
              <a:rPr lang="en-US" altLang="en-US" dirty="0"/>
              <a:t>ışı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 devam ettirmek i</a:t>
            </a:r>
            <a:r>
              <a:rPr lang="en-US" altLang="en-US" dirty="0"/>
              <a:t>ç</a:t>
            </a:r>
            <a:r>
              <a:rPr lang="en-US" altLang="tr-TR" dirty="0"/>
              <a:t>in </a:t>
            </a:r>
            <a:r>
              <a:rPr lang="tr-TR" dirty="0"/>
              <a:t>çok önemlidir</a:t>
            </a:r>
            <a:r>
              <a:rPr lang="en-US" altLang="tr-TR" dirty="0"/>
              <a:t>.</a:t>
            </a:r>
            <a:r>
              <a:rPr lang="tr-TR" altLang="en-US" dirty="0"/>
              <a:t> Hem get() hem de put() için kullanılabilir.</a:t>
            </a:r>
            <a:endParaRPr lang="tr-TR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Bloklama Y</a:t>
            </a:r>
            <a:r>
              <a:rPr lang="en-US" altLang="en-US" dirty="0"/>
              <a:t>ö</a:t>
            </a:r>
            <a:r>
              <a:rPr lang="en-US" altLang="tr-TR" dirty="0"/>
              <a:t>netimi ve timeout Parametresi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109855" indent="0">
              <a:buNone/>
            </a:pPr>
            <a:r>
              <a:rPr lang="en-US" altLang="tr-TR" dirty="0"/>
              <a:t>import multiprocessing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import queue # queue.Empty hatas</a:t>
            </a:r>
            <a:r>
              <a:rPr lang="en-US" altLang="en-US" dirty="0"/>
              <a:t>ı</a:t>
            </a:r>
            <a:r>
              <a:rPr lang="en-US" altLang="tr-TR" dirty="0"/>
              <a:t> i</a:t>
            </a:r>
            <a:r>
              <a:rPr lang="en-US" altLang="en-US" dirty="0"/>
              <a:t>ç</a:t>
            </a:r>
            <a:r>
              <a:rPr lang="en-US" altLang="tr-TR" dirty="0"/>
              <a:t>in gerekli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import time</a:t>
            </a:r>
            <a:endParaRPr lang="en-US" altLang="tr-TR" dirty="0"/>
          </a:p>
          <a:p>
            <a:pPr marL="109855" indent="0">
              <a:buNone/>
            </a:pP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worker(q):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try: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# 3 saniye veri bekle, gelmezse hata ver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data = q.get(timeout=3)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print(f"Worker veriyi ald</a:t>
            </a:r>
            <a:r>
              <a:rPr lang="en-US" altLang="en-US" dirty="0"/>
              <a:t>ı</a:t>
            </a:r>
            <a:r>
              <a:rPr lang="en-US" altLang="tr-TR" dirty="0"/>
              <a:t>: {data}")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except queue.Empty: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print("Kuyruk bo</a:t>
            </a:r>
            <a:r>
              <a:rPr lang="en-US" altLang="en-US" dirty="0"/>
              <a:t>ş</a:t>
            </a:r>
            <a:r>
              <a:rPr lang="en-US" altLang="tr-TR" dirty="0"/>
              <a:t>! S</a:t>
            </a:r>
            <a:r>
              <a:rPr lang="en-US" altLang="en-US" dirty="0"/>
              <a:t>ü</a:t>
            </a:r>
            <a:r>
              <a:rPr lang="en-US" altLang="tr-TR" dirty="0"/>
              <a:t>re doldu, worker kapan</a:t>
            </a:r>
            <a:r>
              <a:rPr lang="en-US" altLang="en-US" dirty="0"/>
              <a:t>ı</a:t>
            </a:r>
            <a:r>
              <a:rPr lang="en-US" altLang="tr-TR" dirty="0"/>
              <a:t>yor.")</a:t>
            </a:r>
            <a:endParaRPr lang="en-US" altLang="tr-TR" dirty="0"/>
          </a:p>
          <a:p>
            <a:pPr marL="109855" indent="0">
              <a:buNone/>
            </a:pP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if __name__ == "__main__":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q = multiprocessing.Queue()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 = multiprocessing.Process(target=worker, args=(q,))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p.start()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# Ana process hi</a:t>
            </a:r>
            <a:r>
              <a:rPr lang="en-US" altLang="en-US" dirty="0"/>
              <a:t>ç</a:t>
            </a:r>
            <a:r>
              <a:rPr lang="en-US" altLang="tr-TR" dirty="0"/>
              <a:t>bir </a:t>
            </a:r>
            <a:r>
              <a:rPr lang="en-US" altLang="en-US" dirty="0"/>
              <a:t>ş</a:t>
            </a:r>
            <a:r>
              <a:rPr lang="en-US" altLang="tr-TR" dirty="0"/>
              <a:t>ey g</a:t>
            </a:r>
            <a:r>
              <a:rPr lang="en-US" altLang="en-US" dirty="0"/>
              <a:t>ö</a:t>
            </a:r>
            <a:r>
              <a:rPr lang="en-US" altLang="tr-TR" dirty="0"/>
              <a:t>ndermiyor...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# Worker 3 saniye bekleyip kapanacak.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p.join()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JoinableQueue Nedir?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Standart Queue sadece veri ta</a:t>
            </a:r>
            <a:r>
              <a:rPr lang="en-US" altLang="en-US" dirty="0"/>
              <a:t>şı</a:t>
            </a:r>
            <a:r>
              <a:rPr lang="en-US" altLang="tr-TR" dirty="0"/>
              <a:t>r, i</a:t>
            </a:r>
            <a:r>
              <a:rPr lang="en-US" altLang="en-US" dirty="0"/>
              <a:t>ş</a:t>
            </a:r>
            <a:r>
              <a:rPr lang="en-US" altLang="tr-TR" dirty="0"/>
              <a:t>in</a:t>
            </a:r>
            <a:r>
              <a:rPr lang="tr-TR" altLang="en-US" dirty="0"/>
              <a:t> tamamlanıp</a:t>
            </a:r>
            <a:r>
              <a:rPr lang="en-US" altLang="tr-TR" dirty="0"/>
              <a:t> tamamlan</a:t>
            </a:r>
            <a:r>
              <a:rPr lang="tr-TR" altLang="en-US" dirty="0"/>
              <a:t>ma</a:t>
            </a:r>
            <a:r>
              <a:rPr lang="en-US" altLang="tr-TR" dirty="0"/>
              <a:t>d</a:t>
            </a:r>
            <a:r>
              <a:rPr lang="en-US" altLang="en-US" dirty="0"/>
              <a:t>ığı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 takip edemez. Ancak JoinableQueue, i</a:t>
            </a:r>
            <a:r>
              <a:rPr lang="en-US" altLang="en-US" dirty="0"/>
              <a:t>ş</a:t>
            </a:r>
            <a:r>
              <a:rPr lang="en-US" altLang="tr-TR" dirty="0"/>
              <a:t> takibi</a:t>
            </a:r>
            <a:r>
              <a:rPr lang="tr-TR" altLang="en-US" dirty="0"/>
              <a:t> de</a:t>
            </a:r>
            <a:r>
              <a:rPr lang="en-US" altLang="tr-TR" dirty="0"/>
              <a:t> yapabilen geli</a:t>
            </a:r>
            <a:r>
              <a:rPr lang="en-US" altLang="en-US" dirty="0"/>
              <a:t>ş</a:t>
            </a:r>
            <a:r>
              <a:rPr lang="en-US" altLang="tr-TR" dirty="0"/>
              <a:t>mi</a:t>
            </a:r>
            <a:r>
              <a:rPr lang="en-US" altLang="en-US" dirty="0"/>
              <a:t>ş</a:t>
            </a:r>
            <a:r>
              <a:rPr lang="en-US" altLang="tr-TR" dirty="0"/>
              <a:t> bir kuyruktur.</a:t>
            </a:r>
            <a:endParaRPr lang="en-US" altLang="tr-TR" dirty="0"/>
          </a:p>
          <a:p>
            <a:r>
              <a:rPr lang="en-US" altLang="tr-TR" dirty="0"/>
              <a:t>q.task_done(): T</a:t>
            </a:r>
            <a:r>
              <a:rPr lang="en-US" altLang="en-US" dirty="0"/>
              <a:t>ü</a:t>
            </a:r>
            <a:r>
              <a:rPr lang="en-US" altLang="tr-TR" dirty="0"/>
              <a:t>ketici (Consumer), kuyruktan ald</a:t>
            </a:r>
            <a:r>
              <a:rPr lang="en-US" altLang="en-US" dirty="0"/>
              <a:t>ığı</a:t>
            </a:r>
            <a:r>
              <a:rPr lang="en-US" altLang="tr-TR" dirty="0"/>
              <a:t> bir veriyi i</a:t>
            </a:r>
            <a:r>
              <a:rPr lang="en-US" altLang="en-US" dirty="0"/>
              <a:t>ş</a:t>
            </a:r>
            <a:r>
              <a:rPr lang="en-US" altLang="tr-TR" dirty="0"/>
              <a:t>leyip bitirdi</a:t>
            </a:r>
            <a:r>
              <a:rPr lang="en-US" altLang="en-US" dirty="0"/>
              <a:t>ğ</a:t>
            </a:r>
            <a:r>
              <a:rPr lang="en-US" altLang="tr-TR" dirty="0"/>
              <a:t>inde bu metodu </a:t>
            </a:r>
            <a:r>
              <a:rPr lang="en-US" altLang="en-US" dirty="0"/>
              <a:t>ç</a:t>
            </a:r>
            <a:r>
              <a:rPr lang="en-US" altLang="tr-TR" dirty="0"/>
              <a:t>a</a:t>
            </a:r>
            <a:r>
              <a:rPr lang="en-US" altLang="en-US" dirty="0"/>
              <a:t>ğı</a:t>
            </a:r>
            <a:r>
              <a:rPr lang="en-US" altLang="tr-TR" dirty="0"/>
              <a:t>rarak Benim i</a:t>
            </a:r>
            <a:r>
              <a:rPr lang="en-US" altLang="en-US" dirty="0"/>
              <a:t>ş</a:t>
            </a:r>
            <a:r>
              <a:rPr lang="en-US" altLang="tr-TR" dirty="0"/>
              <a:t>im bitti sinyali verir.</a:t>
            </a:r>
            <a:endParaRPr lang="en-US" altLang="tr-TR" dirty="0"/>
          </a:p>
          <a:p>
            <a:r>
              <a:rPr lang="en-US" altLang="tr-TR" dirty="0"/>
              <a:t>q.join(): </a:t>
            </a:r>
            <a:r>
              <a:rPr lang="en-US" altLang="en-US" dirty="0"/>
              <a:t>Ü</a:t>
            </a:r>
            <a:r>
              <a:rPr lang="en-US" altLang="tr-TR" dirty="0"/>
              <a:t>retici (Producer), kuyru</a:t>
            </a:r>
            <a:r>
              <a:rPr lang="en-US" altLang="en-US" dirty="0"/>
              <a:t>ğ</a:t>
            </a:r>
            <a:r>
              <a:rPr lang="en-US" altLang="tr-TR" dirty="0"/>
              <a:t>a att</a:t>
            </a:r>
            <a:r>
              <a:rPr lang="en-US" altLang="en-US" dirty="0"/>
              <a:t>ığı</a:t>
            </a:r>
            <a:r>
              <a:rPr lang="en-US" altLang="tr-TR" dirty="0"/>
              <a:t> t</a:t>
            </a:r>
            <a:r>
              <a:rPr lang="en-US" altLang="en-US" dirty="0"/>
              <a:t>ü</a:t>
            </a:r>
            <a:r>
              <a:rPr lang="en-US" altLang="tr-TR" dirty="0"/>
              <a:t>m i</a:t>
            </a:r>
            <a:r>
              <a:rPr lang="en-US" altLang="en-US" dirty="0"/>
              <a:t>ş</a:t>
            </a:r>
            <a:r>
              <a:rPr lang="en-US" altLang="tr-TR" dirty="0"/>
              <a:t>lerin bitip bitmedi</a:t>
            </a:r>
            <a:r>
              <a:rPr lang="en-US" altLang="en-US" dirty="0"/>
              <a:t>ğ</a:t>
            </a:r>
            <a:r>
              <a:rPr lang="en-US" altLang="tr-TR" dirty="0"/>
              <a:t>ini kontrol etmek i</a:t>
            </a:r>
            <a:r>
              <a:rPr lang="en-US" altLang="en-US" dirty="0"/>
              <a:t>ç</a:t>
            </a:r>
            <a:r>
              <a:rPr lang="en-US" altLang="tr-TR" dirty="0"/>
              <a:t>in bu metodu kullan</a:t>
            </a:r>
            <a:r>
              <a:rPr lang="en-US" altLang="en-US" dirty="0"/>
              <a:t>ı</a:t>
            </a:r>
            <a:r>
              <a:rPr lang="en-US" altLang="tr-TR" dirty="0"/>
              <a:t>r. task_done() say</a:t>
            </a:r>
            <a:r>
              <a:rPr lang="en-US" altLang="en-US" dirty="0"/>
              <a:t>ı</a:t>
            </a:r>
            <a:r>
              <a:rPr lang="en-US" altLang="tr-TR" dirty="0"/>
              <a:t>s</a:t>
            </a:r>
            <a:r>
              <a:rPr lang="en-US" altLang="en-US" dirty="0"/>
              <a:t>ı</a:t>
            </a:r>
            <a:r>
              <a:rPr lang="en-US" altLang="tr-TR" dirty="0"/>
              <a:t>, put() say</a:t>
            </a:r>
            <a:r>
              <a:rPr lang="en-US" altLang="en-US" dirty="0"/>
              <a:t>ı</a:t>
            </a:r>
            <a:r>
              <a:rPr lang="en-US" altLang="tr-TR" dirty="0"/>
              <a:t>s</a:t>
            </a:r>
            <a:r>
              <a:rPr lang="en-US" altLang="en-US" dirty="0"/>
              <a:t>ı</a:t>
            </a:r>
            <a:r>
              <a:rPr lang="en-US" altLang="tr-TR" dirty="0"/>
              <a:t>na e</a:t>
            </a:r>
            <a:r>
              <a:rPr lang="en-US" altLang="en-US" dirty="0"/>
              <a:t>ş</a:t>
            </a:r>
            <a:r>
              <a:rPr lang="en-US" altLang="tr-TR" dirty="0"/>
              <a:t>it olana kadar join() metodu program</a:t>
            </a:r>
            <a:r>
              <a:rPr lang="en-US" altLang="en-US" dirty="0"/>
              <a:t>ı</a:t>
            </a:r>
            <a:r>
              <a:rPr lang="en-US" altLang="tr-TR" dirty="0"/>
              <a:t> bekletir.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JoinableQueue </a:t>
            </a:r>
            <a:r>
              <a:rPr lang="en-US" altLang="en-US" dirty="0"/>
              <a:t>Ç</a:t>
            </a:r>
            <a:r>
              <a:rPr lang="en-US" altLang="tr-TR" dirty="0"/>
              <a:t>al</a:t>
            </a:r>
            <a:r>
              <a:rPr lang="en-US" altLang="en-US" dirty="0"/>
              <a:t>ış</a:t>
            </a:r>
            <a:r>
              <a:rPr lang="en-US" altLang="tr-TR" dirty="0"/>
              <a:t>ma Mant</a:t>
            </a:r>
            <a:r>
              <a:rPr lang="en-US" altLang="en-US" dirty="0"/>
              <a:t>ığı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Mekanizma bir saya</a:t>
            </a:r>
            <a:r>
              <a:rPr lang="en-US" altLang="en-US" dirty="0"/>
              <a:t>ç</a:t>
            </a:r>
            <a:r>
              <a:rPr lang="en-US" altLang="tr-TR" dirty="0"/>
              <a:t> gibi </a:t>
            </a:r>
            <a:r>
              <a:rPr lang="en-US" altLang="en-US" dirty="0"/>
              <a:t>ç</a:t>
            </a:r>
            <a:r>
              <a:rPr lang="en-US" altLang="tr-TR" dirty="0"/>
              <a:t>al</a:t>
            </a:r>
            <a:r>
              <a:rPr lang="en-US" altLang="en-US" dirty="0"/>
              <a:t>ışı</a:t>
            </a:r>
            <a:r>
              <a:rPr lang="en-US" altLang="tr-TR" dirty="0"/>
              <a:t>r: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tr-TR" dirty="0"/>
              <a:t>Her put() i</a:t>
            </a:r>
            <a:r>
              <a:rPr lang="en-US" altLang="en-US" dirty="0"/>
              <a:t>ş</a:t>
            </a:r>
            <a:r>
              <a:rPr lang="en-US" altLang="tr-TR" dirty="0"/>
              <a:t>lemi, i</a:t>
            </a:r>
            <a:r>
              <a:rPr lang="en-US" altLang="en-US" dirty="0"/>
              <a:t>ç</a:t>
            </a:r>
            <a:r>
              <a:rPr lang="en-US" altLang="tr-TR" dirty="0"/>
              <a:t>erdeki sayac</a:t>
            </a:r>
            <a:r>
              <a:rPr lang="en-US" altLang="en-US" dirty="0"/>
              <a:t>ı</a:t>
            </a:r>
            <a:r>
              <a:rPr lang="en-US" altLang="tr-TR" dirty="0"/>
              <a:t> +1 art</a:t>
            </a:r>
            <a:r>
              <a:rPr lang="en-US" altLang="en-US" dirty="0"/>
              <a:t>ı</a:t>
            </a:r>
            <a:r>
              <a:rPr lang="en-US" altLang="tr-TR" dirty="0"/>
              <a:t>r</a:t>
            </a:r>
            <a:r>
              <a:rPr lang="en-US" altLang="en-US" dirty="0"/>
              <a:t>ı</a:t>
            </a:r>
            <a:r>
              <a:rPr lang="en-US" altLang="tr-TR" dirty="0"/>
              <a:t>r.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tr-TR" dirty="0"/>
              <a:t>Her task_done() i</a:t>
            </a:r>
            <a:r>
              <a:rPr lang="en-US" altLang="en-US" dirty="0"/>
              <a:t>ş</a:t>
            </a:r>
            <a:r>
              <a:rPr lang="en-US" altLang="tr-TR" dirty="0"/>
              <a:t>lemi, sayac</a:t>
            </a:r>
            <a:r>
              <a:rPr lang="en-US" altLang="en-US" dirty="0"/>
              <a:t>ı</a:t>
            </a:r>
            <a:r>
              <a:rPr lang="en-US" altLang="tr-TR" dirty="0"/>
              <a:t> -1 azalt</a:t>
            </a:r>
            <a:r>
              <a:rPr lang="en-US" altLang="en-US" dirty="0"/>
              <a:t>ı</a:t>
            </a:r>
            <a:r>
              <a:rPr lang="en-US" altLang="tr-TR" dirty="0"/>
              <a:t>r.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tr-TR" dirty="0"/>
              <a:t>join() metodu, saya</a:t>
            </a:r>
            <a:r>
              <a:rPr lang="en-US" altLang="en-US" dirty="0"/>
              <a:t>ç</a:t>
            </a:r>
            <a:r>
              <a:rPr lang="en-US" altLang="tr-TR" dirty="0"/>
              <a:t> 0 olana kadar ana program</a:t>
            </a:r>
            <a:r>
              <a:rPr lang="en-US" altLang="en-US" dirty="0"/>
              <a:t>ı</a:t>
            </a:r>
            <a:r>
              <a:rPr lang="en-US" altLang="tr-TR" dirty="0"/>
              <a:t> bloklar. Bu yap</a:t>
            </a:r>
            <a:r>
              <a:rPr lang="en-US" altLang="en-US" dirty="0"/>
              <a:t>ı</a:t>
            </a:r>
            <a:r>
              <a:rPr lang="en-US" altLang="tr-TR" dirty="0"/>
              <a:t>, </a:t>
            </a:r>
            <a:r>
              <a:rPr lang="en-US" altLang="en-US" dirty="0"/>
              <a:t>ö</a:t>
            </a:r>
            <a:r>
              <a:rPr lang="en-US" altLang="tr-TR" dirty="0"/>
              <a:t>zellikle "Master-Worker" (Usta-</a:t>
            </a:r>
            <a:r>
              <a:rPr lang="en-US" altLang="en-US" dirty="0"/>
              <a:t>Çı</a:t>
            </a:r>
            <a:r>
              <a:rPr lang="en-US" altLang="tr-TR" dirty="0"/>
              <a:t>rak) modelinde, t</a:t>
            </a:r>
            <a:r>
              <a:rPr lang="en-US" altLang="en-US" dirty="0"/>
              <a:t>ü</a:t>
            </a:r>
            <a:r>
              <a:rPr lang="en-US" altLang="tr-TR" dirty="0"/>
              <a:t>m i</a:t>
            </a:r>
            <a:r>
              <a:rPr lang="en-US" altLang="en-US" dirty="0"/>
              <a:t>ş</a:t>
            </a:r>
            <a:r>
              <a:rPr lang="en-US" altLang="tr-TR" dirty="0"/>
              <a:t>lerin bitti</a:t>
            </a:r>
            <a:r>
              <a:rPr lang="en-US" altLang="en-US" dirty="0"/>
              <a:t>ğ</a:t>
            </a:r>
            <a:r>
              <a:rPr lang="en-US" altLang="tr-TR" dirty="0"/>
              <a:t>inden emin olduktan sonra program</a:t>
            </a:r>
            <a:r>
              <a:rPr lang="en-US" altLang="en-US" dirty="0"/>
              <a:t>ı</a:t>
            </a:r>
            <a:r>
              <a:rPr lang="en-US" altLang="tr-TR" dirty="0"/>
              <a:t> kapatmak i</a:t>
            </a:r>
            <a:r>
              <a:rPr lang="en-US" altLang="en-US" dirty="0"/>
              <a:t>ç</a:t>
            </a:r>
            <a:r>
              <a:rPr lang="en-US" altLang="tr-TR" dirty="0"/>
              <a:t>in kullan</a:t>
            </a:r>
            <a:r>
              <a:rPr lang="en-US" altLang="en-US" dirty="0"/>
              <a:t>ı</a:t>
            </a:r>
            <a:r>
              <a:rPr lang="en-US" altLang="tr-TR" dirty="0"/>
              <a:t>l</a:t>
            </a:r>
            <a:r>
              <a:rPr lang="en-US" altLang="en-US" dirty="0"/>
              <a:t>ı</a:t>
            </a:r>
            <a:r>
              <a:rPr lang="en-US" altLang="tr-TR" dirty="0"/>
              <a:t>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JoinableQueue </a:t>
            </a:r>
            <a:r>
              <a:rPr lang="en-US" altLang="en-US" dirty="0"/>
              <a:t>Ç</a:t>
            </a:r>
            <a:r>
              <a:rPr lang="en-US" altLang="tr-TR" dirty="0"/>
              <a:t>al</a:t>
            </a:r>
            <a:r>
              <a:rPr lang="en-US" altLang="en-US" dirty="0"/>
              <a:t>ış</a:t>
            </a:r>
            <a:r>
              <a:rPr lang="en-US" altLang="tr-TR" dirty="0"/>
              <a:t>ma Mant</a:t>
            </a:r>
            <a:r>
              <a:rPr lang="en-US" altLang="en-US" dirty="0"/>
              <a:t>ığı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lstStyle/>
          <a:p>
            <a:pPr marL="109855" indent="0">
              <a:buNone/>
            </a:pPr>
            <a:r>
              <a:rPr lang="en-US" altLang="tr-TR" dirty="0"/>
              <a:t>import multiprocessing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import time</a:t>
            </a:r>
            <a:endParaRPr lang="en-US" altLang="tr-TR" dirty="0"/>
          </a:p>
          <a:p>
            <a:pPr marL="109855" indent="0">
              <a:buNone/>
            </a:pP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consumer(q):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while True: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item = q.get()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print(f"</a:t>
            </a:r>
            <a:r>
              <a:rPr lang="en-US" altLang="en-US" dirty="0"/>
              <a:t>İş</a:t>
            </a:r>
            <a:r>
              <a:rPr lang="en-US" altLang="tr-TR" dirty="0"/>
              <a:t>leniyor: {item}")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time.sleep(1) # </a:t>
            </a:r>
            <a:r>
              <a:rPr lang="en-US" altLang="en-US" dirty="0"/>
              <a:t>İş</a:t>
            </a:r>
            <a:r>
              <a:rPr lang="en-US" altLang="tr-TR" dirty="0"/>
              <a:t>lem sim</a:t>
            </a:r>
            <a:r>
              <a:rPr lang="en-US" altLang="en-US" dirty="0"/>
              <a:t>ü</a:t>
            </a:r>
            <a:r>
              <a:rPr lang="en-US" altLang="tr-TR" dirty="0"/>
              <a:t>lasyonu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# </a:t>
            </a:r>
            <a:r>
              <a:rPr lang="en-US" altLang="en-US" dirty="0"/>
              <a:t>İş</a:t>
            </a:r>
            <a:r>
              <a:rPr lang="en-US" altLang="tr-TR" dirty="0"/>
              <a:t>in bitti</a:t>
            </a:r>
            <a:r>
              <a:rPr lang="en-US" altLang="en-US" dirty="0"/>
              <a:t>ğ</a:t>
            </a:r>
            <a:r>
              <a:rPr lang="en-US" altLang="tr-TR" dirty="0"/>
              <a:t>ini sisteme bildiriyoruz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q.task_done()</a:t>
            </a:r>
            <a:endParaRPr lang="en-US" altLang="tr-TR" dirty="0"/>
          </a:p>
          <a:p>
            <a:pPr marL="109855" indent="0">
              <a:buNone/>
            </a:pP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if __name__ == "__main__":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# JoinableQueue tan</a:t>
            </a:r>
            <a:r>
              <a:rPr lang="en-US" altLang="en-US" dirty="0"/>
              <a:t>ı</a:t>
            </a:r>
            <a:r>
              <a:rPr lang="en-US" altLang="tr-TR" dirty="0"/>
              <a:t>ml</a:t>
            </a:r>
            <a:r>
              <a:rPr lang="en-US" altLang="en-US" dirty="0"/>
              <a:t>ı</a:t>
            </a:r>
            <a:r>
              <a:rPr lang="en-US" altLang="tr-TR" dirty="0"/>
              <a:t>yoruz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jq = multiprocessing.JoinableQueue()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# Consumer process ba</a:t>
            </a:r>
            <a:r>
              <a:rPr lang="en-US" altLang="en-US" dirty="0"/>
              <a:t>ş</a:t>
            </a:r>
            <a:r>
              <a:rPr lang="en-US" altLang="tr-TR" dirty="0"/>
              <a:t>lat</a:t>
            </a:r>
            <a:r>
              <a:rPr lang="en-US" altLang="en-US" dirty="0"/>
              <a:t>ı</a:t>
            </a:r>
            <a:r>
              <a:rPr lang="en-US" altLang="tr-TR" dirty="0"/>
              <a:t>l</a:t>
            </a:r>
            <a:r>
              <a:rPr lang="en-US" altLang="en-US" dirty="0"/>
              <a:t>ı</a:t>
            </a:r>
            <a:r>
              <a:rPr lang="en-US" altLang="tr-TR" dirty="0"/>
              <a:t>yor (Daemon olarak)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 = multiprocessing.Process(target=consumer, args=(jq,))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p.daemon = True # Ana program bitince bu da bitsin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p.start()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# Producer (Ana process) i</a:t>
            </a:r>
            <a:r>
              <a:rPr lang="en-US" altLang="en-US" dirty="0"/>
              <a:t>ş</a:t>
            </a:r>
            <a:r>
              <a:rPr lang="en-US" altLang="tr-TR" dirty="0"/>
              <a:t>leri kuyru</a:t>
            </a:r>
            <a:r>
              <a:rPr lang="en-US" altLang="en-US" dirty="0"/>
              <a:t>ğ</a:t>
            </a:r>
            <a:r>
              <a:rPr lang="en-US" altLang="tr-TR" dirty="0"/>
              <a:t>a ekliyor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tasks = ["Dosya1", "Dosya2", "Dosya3"]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for task in tasks: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jq.put(task)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print(f"Kuyru</a:t>
            </a:r>
            <a:r>
              <a:rPr lang="en-US" altLang="en-US" dirty="0"/>
              <a:t>ğ</a:t>
            </a:r>
            <a:r>
              <a:rPr lang="en-US" altLang="tr-TR" dirty="0"/>
              <a:t>a eklendi: {task}")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print("T</a:t>
            </a:r>
            <a:r>
              <a:rPr lang="en-US" altLang="en-US" dirty="0"/>
              <a:t>ü</a:t>
            </a:r>
            <a:r>
              <a:rPr lang="en-US" altLang="tr-TR" dirty="0"/>
              <a:t>m i</a:t>
            </a:r>
            <a:r>
              <a:rPr lang="en-US" altLang="en-US" dirty="0"/>
              <a:t>ş</a:t>
            </a:r>
            <a:r>
              <a:rPr lang="en-US" altLang="tr-TR" dirty="0"/>
              <a:t>lerin bitmesi bekleniyor...")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# Kuyruktaki t</a:t>
            </a:r>
            <a:r>
              <a:rPr lang="en-US" altLang="en-US" dirty="0"/>
              <a:t>ü</a:t>
            </a:r>
            <a:r>
              <a:rPr lang="en-US" altLang="tr-TR" dirty="0"/>
              <a:t>m i</a:t>
            </a:r>
            <a:r>
              <a:rPr lang="en-US" altLang="en-US" dirty="0"/>
              <a:t>ş</a:t>
            </a:r>
            <a:r>
              <a:rPr lang="en-US" altLang="tr-TR" dirty="0"/>
              <a:t>ler i</a:t>
            </a:r>
            <a:r>
              <a:rPr lang="en-US" altLang="en-US" dirty="0"/>
              <a:t>ç</a:t>
            </a:r>
            <a:r>
              <a:rPr lang="en-US" altLang="tr-TR" dirty="0"/>
              <a:t>in task_done() gelene kadar bekle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jq.join()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print("T</a:t>
            </a:r>
            <a:r>
              <a:rPr lang="en-US" altLang="en-US" dirty="0"/>
              <a:t>ü</a:t>
            </a:r>
            <a:r>
              <a:rPr lang="en-US" altLang="tr-TR" dirty="0"/>
              <a:t>m i</a:t>
            </a:r>
            <a:r>
              <a:rPr lang="en-US" altLang="en-US" dirty="0"/>
              <a:t>ş</a:t>
            </a:r>
            <a:r>
              <a:rPr lang="en-US" altLang="tr-TR" dirty="0"/>
              <a:t>ler tamamland</a:t>
            </a:r>
            <a:r>
              <a:rPr lang="en-US" altLang="en-US" dirty="0"/>
              <a:t>ı</a:t>
            </a:r>
            <a:r>
              <a:rPr lang="en-US" altLang="tr-TR" dirty="0"/>
              <a:t>! Program kapan</a:t>
            </a:r>
            <a:r>
              <a:rPr lang="en-US" altLang="en-US" dirty="0"/>
              <a:t>ı</a:t>
            </a:r>
            <a:r>
              <a:rPr lang="en-US" altLang="tr-TR" dirty="0"/>
              <a:t>yor.")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Sonsuz D</a:t>
            </a:r>
            <a:r>
              <a:rPr lang="en-US" altLang="en-US" dirty="0"/>
              <a:t>ö</a:t>
            </a:r>
            <a:r>
              <a:rPr lang="en-US" altLang="tr-TR" dirty="0"/>
              <a:t>ng</a:t>
            </a:r>
            <a:r>
              <a:rPr lang="en-US" altLang="en-US" dirty="0"/>
              <a:t>ü</a:t>
            </a:r>
            <a:r>
              <a:rPr lang="en-US" altLang="tr-TR" dirty="0"/>
              <a:t> Sorunu</a:t>
            </a:r>
            <a:endParaRPr lang="tr-TR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Consumer process'ler genellikle while True: d</a:t>
            </a:r>
            <a:r>
              <a:rPr lang="en-US" altLang="en-US" dirty="0"/>
              <a:t>ö</a:t>
            </a:r>
            <a:r>
              <a:rPr lang="en-US" altLang="tr-TR" dirty="0"/>
              <a:t>ng</a:t>
            </a:r>
            <a:r>
              <a:rPr lang="en-US" altLang="en-US" dirty="0"/>
              <a:t>ü</a:t>
            </a:r>
            <a:r>
              <a:rPr lang="en-US" altLang="tr-TR" dirty="0"/>
              <a:t>s</a:t>
            </a:r>
            <a:r>
              <a:rPr lang="en-US" altLang="en-US" dirty="0"/>
              <a:t>ü</a:t>
            </a:r>
            <a:r>
              <a:rPr lang="en-US" altLang="tr-TR" dirty="0"/>
              <a:t> i</a:t>
            </a:r>
            <a:r>
              <a:rPr lang="en-US" altLang="en-US" dirty="0"/>
              <a:t>ç</a:t>
            </a:r>
            <a:r>
              <a:rPr lang="en-US" altLang="tr-TR" dirty="0"/>
              <a:t>inde s</a:t>
            </a:r>
            <a:r>
              <a:rPr lang="en-US" altLang="en-US" dirty="0"/>
              <a:t>ü</a:t>
            </a:r>
            <a:r>
              <a:rPr lang="en-US" altLang="tr-TR" dirty="0"/>
              <a:t>rekli veri beklerler. </a:t>
            </a:r>
            <a:r>
              <a:rPr lang="en-US" altLang="en-US" dirty="0"/>
              <a:t>İş</a:t>
            </a:r>
            <a:r>
              <a:rPr lang="en-US" altLang="tr-TR" dirty="0"/>
              <a:t>ler bitti</a:t>
            </a:r>
            <a:r>
              <a:rPr lang="en-US" altLang="en-US" dirty="0"/>
              <a:t>ğ</a:t>
            </a:r>
            <a:r>
              <a:rPr lang="en-US" altLang="tr-TR" dirty="0"/>
              <a:t>inde join() ile ana program</a:t>
            </a:r>
            <a:r>
              <a:rPr lang="en-US" altLang="en-US" dirty="0"/>
              <a:t>ı</a:t>
            </a:r>
            <a:r>
              <a:rPr lang="en-US" altLang="tr-TR" dirty="0"/>
              <a:t> bekletsek bile, Consumer process hala veri beklemektedir. Bu process'i</a:t>
            </a:r>
            <a:r>
              <a:rPr lang="tr-TR" altLang="en-US" dirty="0"/>
              <a:t>n</a:t>
            </a:r>
            <a:r>
              <a:rPr lang="en-US" altLang="tr-TR" dirty="0"/>
              <a:t> kibarca</a:t>
            </a:r>
            <a:r>
              <a:rPr lang="tr-TR" altLang="en-US" dirty="0"/>
              <a:t> sonlandırılması gerekir. </a:t>
            </a:r>
            <a:r>
              <a:rPr lang="en-US" altLang="tr-TR" dirty="0"/>
              <a:t>Process'i zorla </a:t>
            </a:r>
            <a:r>
              <a:rPr lang="en-US" altLang="en-US" dirty="0"/>
              <a:t>ö</a:t>
            </a:r>
            <a:r>
              <a:rPr lang="en-US" altLang="tr-TR" dirty="0"/>
              <a:t>ld</a:t>
            </a:r>
            <a:r>
              <a:rPr lang="en-US" altLang="en-US" dirty="0"/>
              <a:t>ü</a:t>
            </a:r>
            <a:r>
              <a:rPr lang="en-US" altLang="tr-TR" dirty="0"/>
              <a:t>rmek (terminate()) veri kayb</a:t>
            </a:r>
            <a:r>
              <a:rPr lang="en-US" altLang="en-US" dirty="0"/>
              <a:t>ı</a:t>
            </a:r>
            <a:r>
              <a:rPr lang="en-US" altLang="tr-TR" dirty="0"/>
              <a:t>na yol a</a:t>
            </a:r>
            <a:r>
              <a:rPr lang="en-US" altLang="en-US" dirty="0"/>
              <a:t>ç</a:t>
            </a:r>
            <a:r>
              <a:rPr lang="en-US" altLang="tr-TR" dirty="0"/>
              <a:t>abilir.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Ç</a:t>
            </a:r>
            <a:r>
              <a:rPr lang="en-US" altLang="en-US" dirty="0"/>
              <a:t>ö</a:t>
            </a:r>
            <a:r>
              <a:rPr lang="en-US" altLang="tr-TR" dirty="0"/>
              <a:t>z</a:t>
            </a:r>
            <a:r>
              <a:rPr lang="en-US" altLang="en-US" dirty="0"/>
              <a:t>ü</a:t>
            </a:r>
            <a:r>
              <a:rPr lang="en-US" altLang="tr-TR" dirty="0"/>
              <a:t>m: Poison Pill (Zehirli Hap) Tekni</a:t>
            </a:r>
            <a:r>
              <a:rPr lang="en-US" altLang="en-US" dirty="0"/>
              <a:t>ğ</a:t>
            </a:r>
            <a:r>
              <a:rPr lang="en-US" altLang="tr-TR" dirty="0"/>
              <a:t>i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Bu, paralel programlamada standart bir tasar</a:t>
            </a:r>
            <a:r>
              <a:rPr lang="en-US" altLang="en-US" dirty="0"/>
              <a:t>ı</a:t>
            </a:r>
            <a:r>
              <a:rPr lang="en-US" altLang="tr-TR" dirty="0"/>
              <a:t>m desenidir.</a:t>
            </a:r>
            <a:endParaRPr lang="en-US" altLang="tr-TR" dirty="0"/>
          </a:p>
          <a:p>
            <a:r>
              <a:rPr lang="en-US" altLang="tr-TR" dirty="0"/>
              <a:t>Producer, i</a:t>
            </a:r>
            <a:r>
              <a:rPr lang="en-US" altLang="en-US" dirty="0"/>
              <a:t>ş</a:t>
            </a:r>
            <a:r>
              <a:rPr lang="en-US" altLang="tr-TR" dirty="0"/>
              <a:t>lerin bitti</a:t>
            </a:r>
            <a:r>
              <a:rPr lang="en-US" altLang="en-US" dirty="0"/>
              <a:t>ğ</a:t>
            </a:r>
            <a:r>
              <a:rPr lang="en-US" altLang="tr-TR" dirty="0"/>
              <a:t>ini belirtmek i</a:t>
            </a:r>
            <a:r>
              <a:rPr lang="en-US" altLang="en-US" dirty="0"/>
              <a:t>ç</a:t>
            </a:r>
            <a:r>
              <a:rPr lang="en-US" altLang="tr-TR" dirty="0"/>
              <a:t>in kuyru</a:t>
            </a:r>
            <a:r>
              <a:rPr lang="en-US" altLang="en-US" dirty="0"/>
              <a:t>ğ</a:t>
            </a:r>
            <a:r>
              <a:rPr lang="en-US" altLang="tr-TR" dirty="0"/>
              <a:t>a </a:t>
            </a:r>
            <a:r>
              <a:rPr lang="en-US" altLang="en-US" dirty="0"/>
              <a:t>ö</a:t>
            </a:r>
            <a:r>
              <a:rPr lang="en-US" altLang="tr-TR" dirty="0"/>
              <a:t>zel bir</a:t>
            </a:r>
            <a:r>
              <a:rPr lang="tr-TR" altLang="en-US" dirty="0"/>
              <a:t> </a:t>
            </a:r>
            <a:r>
              <a:rPr lang="en-US" altLang="tr-TR" dirty="0"/>
              <a:t>durdurma sinyali (</a:t>
            </a:r>
            <a:r>
              <a:rPr lang="en-US" altLang="en-US" dirty="0"/>
              <a:t>ö</a:t>
            </a:r>
            <a:r>
              <a:rPr lang="en-US" altLang="tr-TR" dirty="0"/>
              <a:t>rne</a:t>
            </a:r>
            <a:r>
              <a:rPr lang="en-US" altLang="en-US" dirty="0"/>
              <a:t>ğ</a:t>
            </a:r>
            <a:r>
              <a:rPr lang="en-US" altLang="tr-TR" dirty="0"/>
              <a:t>in None de</a:t>
            </a:r>
            <a:r>
              <a:rPr lang="en-US" altLang="en-US" dirty="0"/>
              <a:t>ğ</a:t>
            </a:r>
            <a:r>
              <a:rPr lang="en-US" altLang="tr-TR" dirty="0"/>
              <a:t>eri veya "STOP" stringi) atar.</a:t>
            </a:r>
            <a:endParaRPr lang="en-US" altLang="tr-TR" dirty="0"/>
          </a:p>
          <a:p>
            <a:r>
              <a:rPr lang="en-US" altLang="tr-TR" dirty="0"/>
              <a:t>Consumer, kuyruktan gelen veriyi kontrol eder. E</a:t>
            </a:r>
            <a:r>
              <a:rPr lang="en-US" altLang="en-US" dirty="0"/>
              <a:t>ğ</a:t>
            </a:r>
            <a:r>
              <a:rPr lang="en-US" altLang="tr-TR" dirty="0"/>
              <a:t>er veri bu </a:t>
            </a:r>
            <a:r>
              <a:rPr lang="en-US" altLang="en-US" dirty="0"/>
              <a:t>ö</a:t>
            </a:r>
            <a:r>
              <a:rPr lang="en-US" altLang="tr-TR" dirty="0"/>
              <a:t>zel sinyalse (if data is None:), d</a:t>
            </a:r>
            <a:r>
              <a:rPr lang="en-US" altLang="en-US" dirty="0"/>
              <a:t>ö</a:t>
            </a:r>
            <a:r>
              <a:rPr lang="en-US" altLang="tr-TR" dirty="0"/>
              <a:t>ng</a:t>
            </a:r>
            <a:r>
              <a:rPr lang="en-US" altLang="en-US" dirty="0"/>
              <a:t>ü</a:t>
            </a:r>
            <a:r>
              <a:rPr lang="en-US" altLang="tr-TR" dirty="0"/>
              <a:t>y</a:t>
            </a:r>
            <a:r>
              <a:rPr lang="en-US" altLang="en-US" dirty="0"/>
              <a:t>ü</a:t>
            </a:r>
            <a:r>
              <a:rPr lang="en-US" altLang="tr-TR" dirty="0"/>
              <a:t> break ile k</a:t>
            </a:r>
            <a:r>
              <a:rPr lang="en-US" altLang="en-US" dirty="0"/>
              <a:t>ı</a:t>
            </a:r>
            <a:r>
              <a:rPr lang="en-US" altLang="tr-TR" dirty="0"/>
              <a:t>rar ve fonksiyonu sonland</a:t>
            </a:r>
            <a:r>
              <a:rPr lang="en-US" altLang="en-US" dirty="0"/>
              <a:t>ı</a:t>
            </a:r>
            <a:r>
              <a:rPr lang="en-US" altLang="tr-TR" dirty="0"/>
              <a:t>r</a:t>
            </a:r>
            <a:r>
              <a:rPr lang="en-US" altLang="en-US" dirty="0"/>
              <a:t>ı</a:t>
            </a:r>
            <a:r>
              <a:rPr lang="en-US" altLang="tr-TR" dirty="0"/>
              <a:t>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Ç</a:t>
            </a:r>
            <a:r>
              <a:rPr lang="en-US" altLang="en-US" dirty="0"/>
              <a:t>ö</a:t>
            </a:r>
            <a:r>
              <a:rPr lang="en-US" altLang="tr-TR" dirty="0"/>
              <a:t>z</a:t>
            </a:r>
            <a:r>
              <a:rPr lang="en-US" altLang="en-US" dirty="0"/>
              <a:t>ü</a:t>
            </a:r>
            <a:r>
              <a:rPr lang="en-US" altLang="tr-TR" dirty="0"/>
              <a:t>m: Poison Pill (Zehirli Hap) Tekni</a:t>
            </a:r>
            <a:r>
              <a:rPr lang="en-US" altLang="en-US" dirty="0"/>
              <a:t>ğ</a:t>
            </a:r>
            <a:r>
              <a:rPr lang="en-US" altLang="tr-TR" dirty="0"/>
              <a:t>i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109855" indent="0">
              <a:buNone/>
            </a:pPr>
            <a:r>
              <a:rPr lang="en-US" altLang="tr-TR" dirty="0"/>
              <a:t>def worker(q):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while True: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data = q.get()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# Zehirli Hap kontrol</a:t>
            </a:r>
            <a:r>
              <a:rPr lang="en-US" altLang="en-US" dirty="0"/>
              <a:t>ü</a:t>
            </a:r>
            <a:endParaRPr lang="en-US" altLang="en-US" dirty="0"/>
          </a:p>
          <a:p>
            <a:pPr marL="109855" indent="0">
              <a:buNone/>
            </a:pPr>
            <a:r>
              <a:rPr lang="en-US" altLang="tr-TR" dirty="0"/>
              <a:t>        if data is None: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    print("Durdurma sinyali al</a:t>
            </a:r>
            <a:r>
              <a:rPr lang="en-US" altLang="en-US" dirty="0"/>
              <a:t>ı</a:t>
            </a:r>
            <a:r>
              <a:rPr lang="en-US" altLang="tr-TR" dirty="0"/>
              <a:t>nd</a:t>
            </a:r>
            <a:r>
              <a:rPr lang="en-US" altLang="en-US" dirty="0"/>
              <a:t>ı</a:t>
            </a:r>
            <a:r>
              <a:rPr lang="en-US" altLang="tr-TR" dirty="0"/>
              <a:t>. </a:t>
            </a:r>
            <a:r>
              <a:rPr lang="en-US" altLang="en-US" dirty="0"/>
              <a:t>Çı</a:t>
            </a:r>
            <a:r>
              <a:rPr lang="en-US" altLang="tr-TR" dirty="0"/>
              <a:t>k</a:t>
            </a:r>
            <a:r>
              <a:rPr lang="en-US" altLang="en-US" dirty="0"/>
              <a:t>ı</a:t>
            </a:r>
            <a:r>
              <a:rPr lang="en-US" altLang="tr-TR" dirty="0"/>
              <a:t>l</a:t>
            </a:r>
            <a:r>
              <a:rPr lang="en-US" altLang="en-US" dirty="0"/>
              <a:t>ı</a:t>
            </a:r>
            <a:r>
              <a:rPr lang="en-US" altLang="tr-TR" dirty="0"/>
              <a:t>yor...")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    break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print(f"Veri i</a:t>
            </a:r>
            <a:r>
              <a:rPr lang="en-US" altLang="en-US" dirty="0"/>
              <a:t>ş</a:t>
            </a:r>
            <a:r>
              <a:rPr lang="en-US" altLang="tr-TR" dirty="0"/>
              <a:t>lendi: {data**2}")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if __name__ == "__main__":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q = multiprocessing.Queue()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 = multiprocessing.Process(target=worker, args=(q,))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p.start()   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# </a:t>
            </a:r>
            <a:r>
              <a:rPr lang="en-US" altLang="en-US" dirty="0"/>
              <a:t>İş</a:t>
            </a:r>
            <a:r>
              <a:rPr lang="en-US" altLang="tr-TR" dirty="0"/>
              <a:t>ler g</a:t>
            </a:r>
            <a:r>
              <a:rPr lang="en-US" altLang="en-US" dirty="0"/>
              <a:t>ö</a:t>
            </a:r>
            <a:r>
              <a:rPr lang="en-US" altLang="tr-TR" dirty="0"/>
              <a:t>nderiliyor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q.put(10)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q.put(20)   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# </a:t>
            </a:r>
            <a:r>
              <a:rPr lang="en-US" altLang="en-US" dirty="0"/>
              <a:t>İş</a:t>
            </a:r>
            <a:r>
              <a:rPr lang="en-US" altLang="tr-TR" dirty="0"/>
              <a:t>ler bitti, Poison Pill g</a:t>
            </a:r>
            <a:r>
              <a:rPr lang="en-US" altLang="en-US" dirty="0"/>
              <a:t>ö</a:t>
            </a:r>
            <a:r>
              <a:rPr lang="en-US" altLang="tr-TR" dirty="0"/>
              <a:t>nderiliyor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q.put(None)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p.join()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Pipes (Borular) ile H</a:t>
            </a:r>
            <a:r>
              <a:rPr lang="en-US" altLang="en-US" dirty="0"/>
              <a:t>ı</a:t>
            </a:r>
            <a:r>
              <a:rPr lang="en-US" altLang="tr-TR" dirty="0"/>
              <a:t>zl</a:t>
            </a:r>
            <a:r>
              <a:rPr lang="en-US" altLang="en-US" dirty="0"/>
              <a:t>ı</a:t>
            </a:r>
            <a:r>
              <a:rPr lang="en-US" altLang="tr-TR" dirty="0"/>
              <a:t> </a:t>
            </a:r>
            <a:r>
              <a:rPr lang="en-US" altLang="en-US" dirty="0"/>
              <a:t>İ</a:t>
            </a:r>
            <a:r>
              <a:rPr lang="en-US" altLang="tr-TR" dirty="0"/>
              <a:t>leti</a:t>
            </a:r>
            <a:r>
              <a:rPr lang="en-US" altLang="en-US" dirty="0"/>
              <a:t>ş</a:t>
            </a:r>
            <a:r>
              <a:rPr lang="en-US" altLang="tr-TR" dirty="0"/>
              <a:t>im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multiprocessing.Pipe, iki process aras</a:t>
            </a:r>
            <a:r>
              <a:rPr lang="en-US" altLang="en-US" dirty="0"/>
              <a:t>ı</a:t>
            </a:r>
            <a:r>
              <a:rPr lang="en-US" altLang="tr-TR" dirty="0"/>
              <a:t>nda do</a:t>
            </a:r>
            <a:r>
              <a:rPr lang="en-US" altLang="en-US" dirty="0"/>
              <a:t>ğ</a:t>
            </a:r>
            <a:r>
              <a:rPr lang="en-US" altLang="tr-TR" dirty="0"/>
              <a:t>rudan ba</a:t>
            </a:r>
            <a:r>
              <a:rPr lang="en-US" altLang="en-US" dirty="0"/>
              <a:t>ğ</a:t>
            </a:r>
            <a:r>
              <a:rPr lang="en-US" altLang="tr-TR" dirty="0"/>
              <a:t>lant</a:t>
            </a:r>
            <a:r>
              <a:rPr lang="en-US" altLang="en-US" dirty="0"/>
              <a:t>ı</a:t>
            </a:r>
            <a:r>
              <a:rPr lang="en-US" altLang="tr-TR" dirty="0"/>
              <a:t> kurar. Queue'ya g</a:t>
            </a:r>
            <a:r>
              <a:rPr lang="en-US" altLang="en-US" dirty="0"/>
              <a:t>ö</a:t>
            </a:r>
            <a:r>
              <a:rPr lang="en-US" altLang="tr-TR" dirty="0"/>
              <a:t>re daha hafiftir ve daha h</a:t>
            </a:r>
            <a:r>
              <a:rPr lang="en-US" altLang="en-US" dirty="0"/>
              <a:t>ı</a:t>
            </a:r>
            <a:r>
              <a:rPr lang="en-US" altLang="tr-TR" dirty="0"/>
              <a:t>zl</a:t>
            </a:r>
            <a:r>
              <a:rPr lang="en-US" altLang="en-US" dirty="0"/>
              <a:t>ı</a:t>
            </a:r>
            <a:r>
              <a:rPr lang="en-US" altLang="tr-TR" dirty="0"/>
              <a:t>d</a:t>
            </a:r>
            <a:r>
              <a:rPr lang="en-US" altLang="en-US" dirty="0"/>
              <a:t>ı</a:t>
            </a:r>
            <a:r>
              <a:rPr lang="en-US" altLang="tr-TR" dirty="0"/>
              <a:t>r </a:t>
            </a:r>
            <a:r>
              <a:rPr lang="en-US" altLang="en-US" dirty="0"/>
              <a:t>ç</a:t>
            </a:r>
            <a:r>
              <a:rPr lang="en-US" altLang="en-US" dirty="0"/>
              <a:t>ü</a:t>
            </a:r>
            <a:r>
              <a:rPr lang="en-US" altLang="tr-TR" dirty="0"/>
              <a:t>nk</a:t>
            </a:r>
            <a:r>
              <a:rPr lang="en-US" altLang="en-US" dirty="0"/>
              <a:t>ü</a:t>
            </a:r>
            <a:r>
              <a:rPr lang="en-US" altLang="tr-TR" dirty="0"/>
              <a:t> arka planda daha az senkronizasyon mekanizmas</a:t>
            </a:r>
            <a:r>
              <a:rPr lang="en-US" altLang="en-US" dirty="0"/>
              <a:t>ı</a:t>
            </a:r>
            <a:r>
              <a:rPr lang="en-US" altLang="tr-TR" dirty="0"/>
              <a:t> </a:t>
            </a:r>
            <a:r>
              <a:rPr lang="en-US" altLang="en-US" dirty="0"/>
              <a:t>ç</a:t>
            </a:r>
            <a:r>
              <a:rPr lang="en-US" altLang="tr-TR" dirty="0"/>
              <a:t>al</a:t>
            </a:r>
            <a:r>
              <a:rPr lang="en-US" altLang="en-US" dirty="0"/>
              <a:t>ış</a:t>
            </a:r>
            <a:r>
              <a:rPr lang="en-US" altLang="tr-TR" dirty="0"/>
              <a:t>t</a:t>
            </a:r>
            <a:r>
              <a:rPr lang="en-US" altLang="en-US" dirty="0"/>
              <a:t>ı</a:t>
            </a:r>
            <a:r>
              <a:rPr lang="en-US" altLang="tr-TR" dirty="0"/>
              <a:t>r</a:t>
            </a:r>
            <a:r>
              <a:rPr lang="en-US" altLang="en-US" dirty="0"/>
              <a:t>ı</a:t>
            </a:r>
            <a:r>
              <a:rPr lang="en-US" altLang="tr-TR" dirty="0"/>
              <a:t>r. Pipe olu</a:t>
            </a:r>
            <a:r>
              <a:rPr lang="en-US" altLang="en-US" dirty="0"/>
              <a:t>ş</a:t>
            </a:r>
            <a:r>
              <a:rPr lang="en-US" altLang="tr-TR" dirty="0"/>
              <a:t>turuldu</a:t>
            </a:r>
            <a:r>
              <a:rPr lang="en-US" altLang="en-US" dirty="0"/>
              <a:t>ğ</a:t>
            </a:r>
            <a:r>
              <a:rPr lang="en-US" altLang="tr-TR" dirty="0"/>
              <a:t>unda iki u</a:t>
            </a:r>
            <a:r>
              <a:rPr lang="en-US" altLang="en-US" dirty="0"/>
              <a:t>ç</a:t>
            </a:r>
            <a:r>
              <a:rPr lang="en-US" altLang="tr-TR" dirty="0"/>
              <a:t> (connection object) </a:t>
            </a:r>
            <a:r>
              <a:rPr lang="tr-TR" altLang="en-US" dirty="0"/>
              <a:t>bulunur</a:t>
            </a:r>
            <a:r>
              <a:rPr lang="en-US" altLang="tr-TR" dirty="0"/>
              <a:t>: parent_conn ve child_conn. Bu iki u</a:t>
            </a:r>
            <a:r>
              <a:rPr lang="en-US" altLang="en-US" dirty="0"/>
              <a:t>ç</a:t>
            </a:r>
            <a:r>
              <a:rPr lang="en-US" altLang="tr-TR" dirty="0"/>
              <a:t>, bir telefon hatt</a:t>
            </a:r>
            <a:r>
              <a:rPr lang="en-US" altLang="en-US" dirty="0"/>
              <a:t>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n iki ucu gibidir.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Duplex vs Simplex Ba</a:t>
            </a:r>
            <a:r>
              <a:rPr lang="en-US" altLang="en-US" dirty="0"/>
              <a:t>ğ</a:t>
            </a:r>
            <a:r>
              <a:rPr lang="en-US" altLang="tr-TR" dirty="0"/>
              <a:t>lant</a:t>
            </a:r>
            <a:r>
              <a:rPr lang="en-US" altLang="en-US" dirty="0"/>
              <a:t>ı</a:t>
            </a:r>
            <a:endParaRPr lang="en-US" alt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Pipe tan</a:t>
            </a:r>
            <a:r>
              <a:rPr lang="en-US" altLang="en-US" dirty="0"/>
              <a:t>ı</a:t>
            </a:r>
            <a:r>
              <a:rPr lang="en-US" altLang="tr-TR" dirty="0"/>
              <a:t>mlan</a:t>
            </a:r>
            <a:r>
              <a:rPr lang="en-US" altLang="en-US" dirty="0"/>
              <a:t>ı</a:t>
            </a:r>
            <a:r>
              <a:rPr lang="en-US" altLang="tr-TR" dirty="0"/>
              <a:t>rken davran</a:t>
            </a:r>
            <a:r>
              <a:rPr lang="en-US" altLang="en-US" dirty="0"/>
              <a:t>ış</a:t>
            </a:r>
            <a:r>
              <a:rPr lang="en-US" altLang="tr-TR" dirty="0"/>
              <a:t> </a:t>
            </a:r>
            <a:r>
              <a:rPr lang="en-US" altLang="en-US" dirty="0"/>
              <a:t>ş</a:t>
            </a:r>
            <a:r>
              <a:rPr lang="en-US" altLang="tr-TR" dirty="0"/>
              <a:t>ekli belirlenebilir:</a:t>
            </a:r>
            <a:endParaRPr lang="en-US" altLang="tr-TR" dirty="0"/>
          </a:p>
          <a:p>
            <a:r>
              <a:rPr lang="en-US" altLang="tr-TR" dirty="0"/>
              <a:t>Full-Duplex (Varsay</a:t>
            </a:r>
            <a:r>
              <a:rPr lang="en-US" altLang="en-US" dirty="0"/>
              <a:t>ı</a:t>
            </a:r>
            <a:r>
              <a:rPr lang="en-US" altLang="tr-TR" dirty="0"/>
              <a:t>lan): Pipe(duplex=True). Her iki u</a:t>
            </a:r>
            <a:r>
              <a:rPr lang="en-US" altLang="en-US" dirty="0"/>
              <a:t>ç</a:t>
            </a:r>
            <a:r>
              <a:rPr lang="en-US" altLang="tr-TR" dirty="0"/>
              <a:t>tan da hem veri g</a:t>
            </a:r>
            <a:r>
              <a:rPr lang="en-US" altLang="en-US" dirty="0"/>
              <a:t>ö</a:t>
            </a:r>
            <a:r>
              <a:rPr lang="en-US" altLang="tr-TR" dirty="0"/>
              <a:t>nderilebilir hem de okunabilir. Telefon g</a:t>
            </a:r>
            <a:r>
              <a:rPr lang="en-US" altLang="en-US" dirty="0"/>
              <a:t>ö</a:t>
            </a:r>
            <a:r>
              <a:rPr lang="en-US" altLang="tr-TR" dirty="0"/>
              <a:t>r</a:t>
            </a:r>
            <a:r>
              <a:rPr lang="en-US" altLang="en-US" dirty="0"/>
              <a:t>ü</a:t>
            </a:r>
            <a:r>
              <a:rPr lang="en-US" altLang="en-US" dirty="0"/>
              <a:t>ş</a:t>
            </a:r>
            <a:r>
              <a:rPr lang="en-US" altLang="tr-TR" dirty="0"/>
              <a:t>mesi gibidir.</a:t>
            </a:r>
            <a:endParaRPr lang="en-US" altLang="tr-TR" dirty="0"/>
          </a:p>
          <a:p>
            <a:r>
              <a:rPr lang="tr-TR" altLang="en-US" dirty="0"/>
              <a:t>Simplex(</a:t>
            </a:r>
            <a:r>
              <a:rPr lang="en-US" altLang="tr-TR" dirty="0"/>
              <a:t>Half-Duplex</a:t>
            </a:r>
            <a:r>
              <a:rPr lang="tr-TR" altLang="en-US" dirty="0"/>
              <a:t>)</a:t>
            </a:r>
            <a:r>
              <a:rPr lang="en-US" altLang="tr-TR" dirty="0"/>
              <a:t>: Pipe(duplex=False). Bir u</a:t>
            </a:r>
            <a:r>
              <a:rPr lang="en-US" altLang="en-US" dirty="0"/>
              <a:t>ç</a:t>
            </a:r>
            <a:r>
              <a:rPr lang="en-US" altLang="tr-TR" dirty="0"/>
              <a:t> sadece g</a:t>
            </a:r>
            <a:r>
              <a:rPr lang="en-US" altLang="en-US" dirty="0"/>
              <a:t>ö</a:t>
            </a:r>
            <a:r>
              <a:rPr lang="en-US" altLang="tr-TR" dirty="0"/>
              <a:t>nderici, di</a:t>
            </a:r>
            <a:r>
              <a:rPr lang="en-US" altLang="en-US" dirty="0"/>
              <a:t>ğ</a:t>
            </a:r>
            <a:r>
              <a:rPr lang="en-US" altLang="tr-TR" dirty="0"/>
              <a:t>er u</a:t>
            </a:r>
            <a:r>
              <a:rPr lang="en-US" altLang="en-US" dirty="0"/>
              <a:t>ç</a:t>
            </a:r>
            <a:r>
              <a:rPr lang="en-US" altLang="tr-TR" dirty="0"/>
              <a:t> sadece al</a:t>
            </a:r>
            <a:r>
              <a:rPr lang="en-US" altLang="en-US" dirty="0"/>
              <a:t>ı</a:t>
            </a:r>
            <a:r>
              <a:rPr lang="en-US" altLang="tr-TR" dirty="0"/>
              <a:t>c</a:t>
            </a:r>
            <a:r>
              <a:rPr lang="en-US" altLang="en-US" dirty="0"/>
              <a:t>ı</a:t>
            </a:r>
            <a:r>
              <a:rPr lang="en-US" altLang="tr-TR" dirty="0"/>
              <a:t>d</a:t>
            </a:r>
            <a:r>
              <a:rPr lang="en-US" altLang="en-US" dirty="0"/>
              <a:t>ı</a:t>
            </a:r>
            <a:r>
              <a:rPr lang="en-US" altLang="tr-TR" dirty="0"/>
              <a:t>r. Radyo yay</a:t>
            </a:r>
            <a:r>
              <a:rPr lang="en-US" altLang="en-US" dirty="0"/>
              <a:t>ı</a:t>
            </a:r>
            <a:r>
              <a:rPr lang="en-US" altLang="tr-TR" dirty="0"/>
              <a:t>n</a:t>
            </a:r>
            <a:r>
              <a:rPr lang="en-US" altLang="en-US" dirty="0"/>
              <a:t>ı</a:t>
            </a:r>
            <a:r>
              <a:rPr lang="en-US" altLang="tr-TR" dirty="0"/>
              <a:t> veya telsiz gibidir. Veri ak</a:t>
            </a:r>
            <a:r>
              <a:rPr lang="en-US" altLang="en-US" dirty="0"/>
              <a:t>ış</a:t>
            </a:r>
            <a:r>
              <a:rPr lang="en-US" altLang="tr-TR" dirty="0"/>
              <a:t> y</a:t>
            </a:r>
            <a:r>
              <a:rPr lang="en-US" altLang="en-US" dirty="0"/>
              <a:t>ö</a:t>
            </a:r>
            <a:r>
              <a:rPr lang="en-US" altLang="tr-TR" dirty="0"/>
              <a:t>n</a:t>
            </a:r>
            <a:r>
              <a:rPr lang="en-US" altLang="en-US" dirty="0"/>
              <a:t>ü</a:t>
            </a:r>
            <a:r>
              <a:rPr lang="en-US" altLang="tr-TR" dirty="0"/>
              <a:t>n</a:t>
            </a:r>
            <a:r>
              <a:rPr lang="en-US" altLang="en-US" dirty="0"/>
              <a:t>ü</a:t>
            </a:r>
            <a:r>
              <a:rPr lang="en-US" altLang="tr-TR" dirty="0"/>
              <a:t> k</a:t>
            </a:r>
            <a:r>
              <a:rPr lang="en-US" altLang="en-US" dirty="0"/>
              <a:t>ı</a:t>
            </a:r>
            <a:r>
              <a:rPr lang="en-US" altLang="tr-TR" dirty="0"/>
              <a:t>s</a:t>
            </a:r>
            <a:r>
              <a:rPr lang="en-US" altLang="en-US" dirty="0"/>
              <a:t>ı</a:t>
            </a:r>
            <a:r>
              <a:rPr lang="en-US" altLang="tr-TR" dirty="0"/>
              <a:t>tlamak bazen hatalar</a:t>
            </a:r>
            <a:r>
              <a:rPr lang="en-US" altLang="en-US" dirty="0"/>
              <a:t>ı</a:t>
            </a:r>
            <a:r>
              <a:rPr lang="en-US" altLang="tr-TR" dirty="0"/>
              <a:t> </a:t>
            </a:r>
            <a:r>
              <a:rPr lang="en-US" altLang="en-US" dirty="0"/>
              <a:t>ö</a:t>
            </a:r>
            <a:r>
              <a:rPr lang="en-US" altLang="tr-TR" dirty="0"/>
              <a:t>nlemek i</a:t>
            </a:r>
            <a:r>
              <a:rPr lang="en-US" altLang="en-US" dirty="0"/>
              <a:t>ç</a:t>
            </a:r>
            <a:r>
              <a:rPr lang="en-US" altLang="tr-TR" dirty="0"/>
              <a:t>in tercih edilir.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Pipes</a:t>
            </a:r>
            <a:r>
              <a:rPr lang="tr-TR" dirty="0" smtClean="0"/>
              <a:t>(Borular) ile İletişim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 smtClean="0"/>
              <a:t>Pipes yapısının</a:t>
            </a:r>
            <a:r>
              <a:rPr lang="tr-TR" dirty="0" smtClean="0"/>
              <a:t> kapasitesi </a:t>
            </a:r>
            <a:r>
              <a:rPr lang="tr-TR" u="sng" dirty="0" smtClean="0"/>
              <a:t>belirlenemez.</a:t>
            </a:r>
            <a:endParaRPr lang="tr-TR" u="sng" dirty="0" smtClean="0"/>
          </a:p>
          <a:p>
            <a:r>
              <a:rPr lang="tr-TR" dirty="0" smtClean="0"/>
              <a:t>Bir Producer(Sağlayıcı - Gönderici) </a:t>
            </a:r>
            <a:r>
              <a:rPr lang="tr-TR" dirty="0" err="1" smtClean="0"/>
              <a:t>send</a:t>
            </a:r>
            <a:r>
              <a:rPr lang="tr-TR" dirty="0" smtClean="0"/>
              <a:t>() ile </a:t>
            </a:r>
            <a:r>
              <a:rPr lang="tr-TR" dirty="0" err="1" smtClean="0"/>
              <a:t>pipea</a:t>
            </a:r>
            <a:r>
              <a:rPr lang="tr-TR" dirty="0" smtClean="0"/>
              <a:t> bir mesaj ekler ve eklenen bu mesaj Consumer(Alıcı) tarafından </a:t>
            </a:r>
            <a:r>
              <a:rPr lang="tr-TR" dirty="0" err="1" smtClean="0"/>
              <a:t>recv</a:t>
            </a:r>
            <a:r>
              <a:rPr lang="tr-TR" dirty="0" smtClean="0"/>
              <a:t>() ile okunur.</a:t>
            </a:r>
            <a:endParaRPr lang="tr-TR" dirty="0" smtClean="0"/>
          </a:p>
          <a:p>
            <a:r>
              <a:rPr lang="tr-TR" dirty="0" smtClean="0"/>
              <a:t>Birden çok Producer ve birden çok Consumer </a:t>
            </a:r>
            <a:r>
              <a:rPr lang="tr-TR" u="sng" dirty="0" smtClean="0"/>
              <a:t>olamaz.</a:t>
            </a:r>
            <a:endParaRPr lang="tr-TR" u="sng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Pipes</a:t>
            </a:r>
            <a:r>
              <a:rPr lang="tr-TR" dirty="0" smtClean="0"/>
              <a:t>(Borular) ile İletişim</a:t>
            </a:r>
            <a:endParaRPr lang="tr-TR" dirty="0"/>
          </a:p>
        </p:txBody>
      </p:sp>
      <p:pic>
        <p:nvPicPr>
          <p:cNvPr id="4" name="4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end="9962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176463" y="2249488"/>
            <a:ext cx="7839075" cy="432435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Pipe Metotlar</a:t>
            </a:r>
            <a:r>
              <a:rPr lang="en-US" altLang="en-US" dirty="0"/>
              <a:t>ı</a:t>
            </a:r>
            <a:r>
              <a:rPr lang="en-US" altLang="tr-TR" dirty="0"/>
              <a:t>: send, recv ve poll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 dirty="0"/>
              <a:t>send(obj): Veriyi boruya yazar.</a:t>
            </a:r>
            <a:endParaRPr lang="en-US" altLang="tr-TR" dirty="0"/>
          </a:p>
          <a:p>
            <a:r>
              <a:rPr lang="en-US" altLang="tr-TR" dirty="0"/>
              <a:t>recv(): Veriyi okur. E</a:t>
            </a:r>
            <a:r>
              <a:rPr lang="en-US" altLang="en-US" dirty="0"/>
              <a:t>ğ</a:t>
            </a:r>
            <a:r>
              <a:rPr lang="en-US" altLang="tr-TR" dirty="0"/>
              <a:t>er veri yoksa, veri gelene kadar bloklar.</a:t>
            </a:r>
            <a:endParaRPr lang="en-US" altLang="tr-TR" dirty="0"/>
          </a:p>
          <a:p>
            <a:r>
              <a:rPr lang="en-US" altLang="tr-TR" dirty="0"/>
              <a:t>poll(): Boru i</a:t>
            </a:r>
            <a:r>
              <a:rPr lang="en-US" altLang="en-US" dirty="0"/>
              <a:t>ç</a:t>
            </a:r>
            <a:r>
              <a:rPr lang="en-US" altLang="tr-TR" dirty="0"/>
              <a:t>inde okunacak veri var m</a:t>
            </a:r>
            <a:r>
              <a:rPr lang="en-US" altLang="en-US" dirty="0"/>
              <a:t>ı</a:t>
            </a:r>
            <a:r>
              <a:rPr lang="en-US" altLang="tr-TR" dirty="0"/>
              <a:t>? sorusunu sorar. True veya False d</a:t>
            </a:r>
            <a:r>
              <a:rPr lang="en-US" altLang="en-US" dirty="0"/>
              <a:t>ö</a:t>
            </a:r>
            <a:r>
              <a:rPr lang="en-US" altLang="tr-TR" dirty="0"/>
              <a:t>ner. Bloklanmay</a:t>
            </a:r>
            <a:r>
              <a:rPr lang="en-US" altLang="en-US" dirty="0"/>
              <a:t>ı</a:t>
            </a:r>
            <a:r>
              <a:rPr lang="en-US" altLang="tr-TR" dirty="0"/>
              <a:t> </a:t>
            </a:r>
            <a:r>
              <a:rPr lang="en-US" altLang="en-US" dirty="0"/>
              <a:t>ö</a:t>
            </a:r>
            <a:r>
              <a:rPr lang="en-US" altLang="tr-TR" dirty="0"/>
              <a:t>nlemek i</a:t>
            </a:r>
            <a:r>
              <a:rPr lang="en-US" altLang="en-US" dirty="0"/>
              <a:t>ç</a:t>
            </a:r>
            <a:r>
              <a:rPr lang="en-US" altLang="tr-TR" dirty="0"/>
              <a:t>in, recv() </a:t>
            </a:r>
            <a:r>
              <a:rPr lang="en-US" altLang="en-US" dirty="0"/>
              <a:t>ç</a:t>
            </a:r>
            <a:r>
              <a:rPr lang="en-US" altLang="tr-TR" dirty="0"/>
              <a:t>a</a:t>
            </a:r>
            <a:r>
              <a:rPr lang="en-US" altLang="en-US" dirty="0"/>
              <a:t>ğı</a:t>
            </a:r>
            <a:r>
              <a:rPr lang="en-US" altLang="tr-TR" dirty="0"/>
              <a:t>rmadan </a:t>
            </a:r>
            <a:r>
              <a:rPr lang="en-US" altLang="en-US" dirty="0"/>
              <a:t>ö</a:t>
            </a:r>
            <a:r>
              <a:rPr lang="en-US" altLang="tr-TR" dirty="0"/>
              <a:t>nce poll() ile kontrol etmek iyi bir y</a:t>
            </a:r>
            <a:r>
              <a:rPr lang="en-US" altLang="en-US" dirty="0"/>
              <a:t>ö</a:t>
            </a:r>
            <a:r>
              <a:rPr lang="en-US" altLang="tr-TR" dirty="0"/>
              <a:t>ntemdir.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Kod </a:t>
            </a:r>
            <a:r>
              <a:rPr lang="en-US" altLang="en-US" dirty="0"/>
              <a:t>Ö</a:t>
            </a:r>
            <a:r>
              <a:rPr lang="en-US" altLang="tr-TR" dirty="0"/>
              <a:t>rne</a:t>
            </a:r>
            <a:r>
              <a:rPr lang="en-US" altLang="en-US" dirty="0"/>
              <a:t>ğ</a:t>
            </a:r>
            <a:r>
              <a:rPr lang="en-US" altLang="tr-TR" dirty="0"/>
              <a:t>i – Pipe ile Ping-Pong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109855" indent="0">
              <a:buNone/>
            </a:pPr>
            <a:r>
              <a:rPr lang="en-US" altLang="tr-TR" dirty="0"/>
              <a:t>from multiprocessing import Process, Pipe</a:t>
            </a:r>
            <a:endParaRPr lang="en-US" altLang="tr-TR" dirty="0"/>
          </a:p>
          <a:p>
            <a:pPr marL="109855" indent="0">
              <a:buNone/>
            </a:pP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player(conn, name):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msg = conn.recv() # Mesaj bekle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print(f"{name} ald</a:t>
            </a:r>
            <a:r>
              <a:rPr lang="en-US" altLang="en-US" dirty="0"/>
              <a:t>ı</a:t>
            </a:r>
            <a:r>
              <a:rPr lang="en-US" altLang="tr-TR" dirty="0"/>
              <a:t>: {msg}")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conn.send("Pong") # Cevap ver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conn.close()</a:t>
            </a:r>
            <a:endParaRPr lang="en-US" altLang="tr-TR" dirty="0"/>
          </a:p>
          <a:p>
            <a:pPr marL="109855" indent="0">
              <a:buNone/>
            </a:pP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if __name__ == "__main__":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parent_conn, child_conn = Pipe()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 = Process(target=player, args=(child_conn, "Oyuncu B"))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p.start()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parent_conn.send("Ping")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response = parent_conn.recv()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print(f"Ana Process cevab</a:t>
            </a:r>
            <a:r>
              <a:rPr lang="en-US" altLang="en-US" dirty="0"/>
              <a:t>ı</a:t>
            </a:r>
            <a:r>
              <a:rPr lang="en-US" altLang="tr-TR" dirty="0"/>
              <a:t> ald</a:t>
            </a:r>
            <a:r>
              <a:rPr lang="en-US" altLang="en-US" dirty="0"/>
              <a:t>ı</a:t>
            </a:r>
            <a:r>
              <a:rPr lang="en-US" altLang="tr-TR" dirty="0"/>
              <a:t>: {response}")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p.join()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Kod </a:t>
            </a:r>
            <a:r>
              <a:rPr lang="en-US" altLang="en-US" dirty="0"/>
              <a:t>Ö</a:t>
            </a:r>
            <a:r>
              <a:rPr lang="en-US" altLang="tr-TR" dirty="0"/>
              <a:t>rne</a:t>
            </a:r>
            <a:r>
              <a:rPr lang="en-US" altLang="en-US" dirty="0"/>
              <a:t>ğ</a:t>
            </a:r>
            <a:r>
              <a:rPr lang="en-US" altLang="tr-TR" dirty="0"/>
              <a:t>i – Pipe ile Ping-Pong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40000"/>
          </a:bodyPr>
          <a:lstStyle/>
          <a:p>
            <a:pPr marL="109855" indent="0">
              <a:buNone/>
            </a:pPr>
            <a:r>
              <a:rPr lang="en-US" altLang="tr-TR" dirty="0"/>
              <a:t>from multiprocessing import Pipe, Process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import time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ping(pipe_conn):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while(True):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pipe_conn.send(["Ping", time.time()])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pong = pipe_conn.recv()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print(pong)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time.sleep(1)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pong(pipe_conn):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while True: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ping = pipe_conn.recv()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print(ping)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time.sleep(1)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pipe_conn.send(["Pong", time.time()])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if __name__ == "__main__":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pipe_end_a, pipe_end_b = Pipe()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Process(target=ping, args=(pipe_end_a, )).start()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Process(target=pong, args=(pipe_end_b, )).start()</a:t>
            </a:r>
            <a:endParaRPr lang="en-US" altLang="tr-TR" dirty="0"/>
          </a:p>
          <a:p>
            <a:pPr marL="109855" indent="0">
              <a:buNone/>
            </a:pP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0</TotalTime>
  <Words>9523</Words>
  <Application>WPS Sunum</Application>
  <PresentationFormat>Geniş ekran</PresentationFormat>
  <Paragraphs>242</Paragraphs>
  <Slides>27</Slides>
  <Notes>1</Notes>
  <HiddenSlides>0</HiddenSlides>
  <MMClips>7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Arial</vt:lpstr>
      <vt:lpstr>SimSun</vt:lpstr>
      <vt:lpstr>Wingdings</vt:lpstr>
      <vt:lpstr>Georgia</vt:lpstr>
      <vt:lpstr>Wingdings 2</vt:lpstr>
      <vt:lpstr>Wingdings</vt:lpstr>
      <vt:lpstr>Calibri</vt:lpstr>
      <vt:lpstr>Microsoft YaHei</vt:lpstr>
      <vt:lpstr>Arial Unicode MS</vt:lpstr>
      <vt:lpstr>Eğitim sunusu</vt:lpstr>
      <vt:lpstr>PARALEL HESAPLAMA</vt:lpstr>
      <vt:lpstr>Processler Arası Bellek Paylaşımı</vt:lpstr>
      <vt:lpstr>Processler Arası Bellek Paylaşımı</vt:lpstr>
      <vt:lpstr>Process ve Bellek İzolasyonu</vt:lpstr>
      <vt:lpstr>Neden İletişim Kurmalıyız?</vt:lpstr>
      <vt:lpstr>Message Passing Kullanarak İletişim</vt:lpstr>
      <vt:lpstr>Message Passing Kullanarak İletişim</vt:lpstr>
      <vt:lpstr>Queue (Kuyruk) Yapısının Temelleri</vt:lpstr>
      <vt:lpstr>Queue (Kuyruk) Yapısının Temelleri</vt:lpstr>
      <vt:lpstr>Queues(Kuyruklar) ile İletişim</vt:lpstr>
      <vt:lpstr>Queue (Kuyruk) Yapısının Temelleri</vt:lpstr>
      <vt:lpstr>Blocking Kavramı</vt:lpstr>
      <vt:lpstr>Bloklama Yönetimi ve timeout Parametresi</vt:lpstr>
      <vt:lpstr>Bloklama Yönetimi ve timeout Parametresi</vt:lpstr>
      <vt:lpstr>JoinableQueue Nedir?</vt:lpstr>
      <vt:lpstr>JoinableQueue Çalışma Mantığı</vt:lpstr>
      <vt:lpstr>JoinableQueue Çalışma Mantığı</vt:lpstr>
      <vt:lpstr>Sonsuz Döngü Sorunu</vt:lpstr>
      <vt:lpstr>Çözüm: Poison Pill (Zehirli Hap) Tekniği</vt:lpstr>
      <vt:lpstr>Çözüm: Poison Pill (Zehirli Hap) Tekniği</vt:lpstr>
      <vt:lpstr>Pipes (Borular) ile Hızlı İletişim</vt:lpstr>
      <vt:lpstr>Duplex vs Simplex Bağlantı</vt:lpstr>
      <vt:lpstr>Pipes(Borular) ile İletişim</vt:lpstr>
      <vt:lpstr>Pipes(Borular) ile İletişim</vt:lpstr>
      <vt:lpstr>Pipe Metotları: send, recv ve poll</vt:lpstr>
      <vt:lpstr>Kod Örneği – Pipe ile Ping-Pong</vt:lpstr>
      <vt:lpstr>Kod Örneği – Pipe ile Ping-Pong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PARALEL HESAPLAMA</dc:title>
  <dc:creator>Zafer</dc:creator>
  <cp:lastModifiedBy>Zafer</cp:lastModifiedBy>
  <cp:revision>78</cp:revision>
  <dcterms:created xsi:type="dcterms:W3CDTF">2023-12-11T08:59:00Z</dcterms:created>
  <dcterms:modified xsi:type="dcterms:W3CDTF">2025-12-28T14:29:25Z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CV">
    <vt:lpwstr>955C2716F8C1486CBC70097A1A3693F1_12</vt:lpwstr>
  </property>
  <property fmtid="{D5CDD505-2E9C-101B-9397-08002B2CF9AE}" pid="4" name="KSOProductBuildVer">
    <vt:lpwstr>1055-12.2.0.22549</vt:lpwstr>
  </property>
</Properties>
</file>