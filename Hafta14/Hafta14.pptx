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8"/>
  </p:handoutMasterIdLst>
  <p:sldIdLst>
    <p:sldId id="257" r:id="rId3"/>
    <p:sldId id="266" r:id="rId5"/>
    <p:sldId id="267" r:id="rId6"/>
    <p:sldId id="289" r:id="rId7"/>
    <p:sldId id="290" r:id="rId8"/>
    <p:sldId id="268" r:id="rId9"/>
    <p:sldId id="269" r:id="rId10"/>
    <p:sldId id="270" r:id="rId11"/>
    <p:sldId id="271"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6" r:id="rId26"/>
    <p:sldId id="287" r:id="rId27"/>
  </p:sldIdLst>
  <p:sldSz cx="12192000" cy="6858000"/>
  <p:notesSz cx="7103745" cy="10234295"/>
  <p:defaultTextStyle>
    <a:defPPr rtl="0">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7296" userDrawn="1">
          <p15:clr>
            <a:srgbClr val="A4A3A4"/>
          </p15:clr>
        </p15:guide>
        <p15:guide id="4" orient="horz" pos="414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3B4B98B0-60AC-42C2-AFA5-B58CD77FA1E5}">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89911" autoAdjust="0"/>
  </p:normalViewPr>
  <p:slideViewPr>
    <p:cSldViewPr snapToGrid="0" showGuides="1">
      <p:cViewPr varScale="1">
        <p:scale>
          <a:sx n="64" d="100"/>
          <a:sy n="64" d="100"/>
        </p:scale>
        <p:origin x="642" y="30"/>
      </p:cViewPr>
      <p:guideLst>
        <p:guide orient="horz" pos="2160"/>
        <p:guide pos="3840"/>
        <p:guide pos="7296"/>
        <p:guide orient="horz" pos="4141"/>
      </p:guideLst>
    </p:cSldViewPr>
  </p:slideViewPr>
  <p:notesTextViewPr>
    <p:cViewPr>
      <p:scale>
        <a:sx n="3" d="2"/>
        <a:sy n="3" d="2"/>
      </p:scale>
      <p:origin x="0" y="0"/>
    </p:cViewPr>
  </p:notesTextViewPr>
  <p:notesViewPr>
    <p:cSldViewPr snapToGrid="0">
      <p:cViewPr varScale="1">
        <p:scale>
          <a:sx n="93" d="100"/>
          <a:sy n="93" d="100"/>
        </p:scale>
        <p:origin x="2874" y="6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handoutMaster" Target="handoutMasters/handoutMaster1.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pPr rtl="0"/>
            <a:endParaRPr lang="tr-TR" dirty="0"/>
          </a:p>
        </p:txBody>
      </p:sp>
      <p:sp>
        <p:nvSpPr>
          <p:cNvPr id="3" name="Tarih Yer Tutucusu 2"/>
          <p:cNvSpPr>
            <a:spLocks noGrp="1"/>
          </p:cNvSpPr>
          <p:nvPr>
            <p:ph type="dt" sz="quarter" idx="1"/>
          </p:nvPr>
        </p:nvSpPr>
        <p:spPr>
          <a:xfrm>
            <a:off x="4023992" y="0"/>
            <a:ext cx="3078427" cy="513508"/>
          </a:xfrm>
          <a:prstGeom prst="rect">
            <a:avLst/>
          </a:prstGeom>
        </p:spPr>
        <p:txBody>
          <a:bodyPr vert="horz" lIns="99075" tIns="49538" rIns="99075" bIns="49538" rtlCol="0"/>
          <a:lstStyle>
            <a:lvl1pPr algn="r">
              <a:defRPr sz="1300"/>
            </a:lvl1pPr>
          </a:lstStyle>
          <a:p>
            <a:pPr rtl="0"/>
            <a:fld id="{51FC8FC1-A1A8-42CB-96AC-83684F0DF578}" type="datetime1">
              <a:rPr lang="tr-TR" smtClean="0"/>
            </a:fld>
            <a:endParaRPr lang="tr-TR" dirty="0"/>
          </a:p>
        </p:txBody>
      </p:sp>
      <p:sp>
        <p:nvSpPr>
          <p:cNvPr id="4" name="Alt Bilgi Yer Tutucusu 3"/>
          <p:cNvSpPr>
            <a:spLocks noGrp="1"/>
          </p:cNvSpPr>
          <p:nvPr>
            <p:ph type="ftr" sz="quarter" idx="2"/>
          </p:nvPr>
        </p:nvSpPr>
        <p:spPr>
          <a:xfrm>
            <a:off x="0" y="9721107"/>
            <a:ext cx="3078427" cy="513507"/>
          </a:xfrm>
          <a:prstGeom prst="rect">
            <a:avLst/>
          </a:prstGeom>
        </p:spPr>
        <p:txBody>
          <a:bodyPr vert="horz" lIns="99075" tIns="49538" rIns="99075" bIns="49538" rtlCol="0" anchor="b"/>
          <a:lstStyle>
            <a:lvl1pPr algn="l">
              <a:defRPr sz="1300"/>
            </a:lvl1pPr>
          </a:lstStyle>
          <a:p>
            <a:pPr rtl="0"/>
            <a:endParaRPr lang="tr-TR" dirty="0"/>
          </a:p>
        </p:txBody>
      </p:sp>
      <p:sp>
        <p:nvSpPr>
          <p:cNvPr id="5" name="Slayt Numarası Yer Tutucusu 4"/>
          <p:cNvSpPr>
            <a:spLocks noGrp="1"/>
          </p:cNvSpPr>
          <p:nvPr>
            <p:ph type="sldNum" sz="quarter" idx="3"/>
          </p:nvPr>
        </p:nvSpPr>
        <p:spPr>
          <a:xfrm>
            <a:off x="4023992" y="9721107"/>
            <a:ext cx="3078427" cy="513507"/>
          </a:xfrm>
          <a:prstGeom prst="rect">
            <a:avLst/>
          </a:prstGeom>
        </p:spPr>
        <p:txBody>
          <a:bodyPr vert="horz" lIns="99075" tIns="49538" rIns="99075" bIns="49538" rtlCol="0" anchor="b"/>
          <a:lstStyle>
            <a:lvl1pPr algn="r">
              <a:defRPr sz="1300"/>
            </a:lvl1pPr>
          </a:lstStyle>
          <a:p>
            <a:pPr rtl="0"/>
            <a:fld id="{C64E50CC-F33A-4EF4-9F12-93EC4A21A0CF}" type="slidenum">
              <a:rPr lang="tr-TR" smtClean="0"/>
            </a:fld>
            <a:endParaRPr lang="tr-TR"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pPr rtl="0"/>
            <a:endParaRPr lang="tr-TR" noProof="0" dirty="0"/>
          </a:p>
        </p:txBody>
      </p:sp>
      <p:sp>
        <p:nvSpPr>
          <p:cNvPr id="3" name="Tarih Yer Tutucusu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12E0653A-FB33-4975-A611-5D53C5C337D6}" type="datetime1">
              <a:rPr lang="tr-TR" smtClean="0"/>
            </a:fld>
            <a:endParaRPr lang="tr-TR" dirty="0"/>
          </a:p>
        </p:txBody>
      </p:sp>
      <p:sp>
        <p:nvSpPr>
          <p:cNvPr id="4" name="Slayt Görüntüsü Yer Tutucusu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0" anchor="ctr"/>
          <a:lstStyle/>
          <a:p>
            <a:pPr rtl="0"/>
            <a:endParaRPr lang="tr-TR" noProof="0" dirty="0"/>
          </a:p>
        </p:txBody>
      </p:sp>
      <p:sp>
        <p:nvSpPr>
          <p:cNvPr id="5" name="Notlar Yer Tutucusu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rtl="0"/>
            <a:r>
              <a:rPr lang="tr-TR" noProof="0" dirty="0"/>
              <a:t>Asıl metin stillerini düzenlemek için tıklayın</a:t>
            </a:r>
            <a:endParaRPr lang="tr-TR" noProof="0" dirty="0"/>
          </a:p>
          <a:p>
            <a:pPr lvl="1" rtl="0"/>
            <a:r>
              <a:rPr lang="tr-TR" noProof="0" dirty="0"/>
              <a:t>İkinci düzey</a:t>
            </a:r>
            <a:endParaRPr lang="tr-TR" noProof="0" dirty="0"/>
          </a:p>
          <a:p>
            <a:pPr lvl="2" rtl="0"/>
            <a:r>
              <a:rPr lang="tr-TR" noProof="0" dirty="0"/>
              <a:t>Üçüncü düzey</a:t>
            </a:r>
            <a:endParaRPr lang="tr-TR" noProof="0" dirty="0"/>
          </a:p>
          <a:p>
            <a:pPr lvl="3" rtl="0"/>
            <a:r>
              <a:rPr lang="tr-TR" noProof="0" dirty="0"/>
              <a:t>Dördüncü düzey</a:t>
            </a:r>
            <a:endParaRPr lang="tr-TR" noProof="0" dirty="0"/>
          </a:p>
          <a:p>
            <a:pPr lvl="4" rtl="0"/>
            <a:r>
              <a:rPr lang="tr-TR" noProof="0" dirty="0"/>
              <a:t>Beşinci düzey</a:t>
            </a:r>
            <a:endParaRPr lang="tr-TR" noProof="0" dirty="0"/>
          </a:p>
        </p:txBody>
      </p:sp>
      <p:sp>
        <p:nvSpPr>
          <p:cNvPr id="6" name="Alt Bilgi Yer Tutucusu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pPr rtl="0"/>
            <a:endParaRPr lang="tr-TR" noProof="0" dirty="0"/>
          </a:p>
        </p:txBody>
      </p:sp>
      <p:sp>
        <p:nvSpPr>
          <p:cNvPr id="7" name="Slayt Numarası Yer Tutucusu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pPr rtl="0"/>
            <a:fld id="{32674CE4-FBD8-4481-AEFB-CA53E599A745}" type="slidenum">
              <a:rPr lang="tr-TR" noProof="0" smtClean="0"/>
            </a:fld>
            <a:endParaRPr lang="tr-TR"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dirty="0"/>
          </a:p>
        </p:txBody>
      </p:sp>
      <p:sp>
        <p:nvSpPr>
          <p:cNvPr id="4" name="Slayt Numarası Yer Tutucusu 3"/>
          <p:cNvSpPr>
            <a:spLocks noGrp="1"/>
          </p:cNvSpPr>
          <p:nvPr>
            <p:ph type="sldNum" sz="quarter" idx="10"/>
          </p:nvPr>
        </p:nvSpPr>
        <p:spPr/>
        <p:txBody>
          <a:bodyPr rtlCol="0"/>
          <a:lstStyle/>
          <a:p>
            <a:pPr rtl="0"/>
            <a:fld id="{32674CE4-FBD8-4481-AEFB-CA53E599A745}" type="slidenum">
              <a:rPr lang="tr-TR" smtClean="0"/>
            </a:fld>
            <a:endParaRPr lang="tr-T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Başlık Slaydı">
    <p:spTree>
      <p:nvGrpSpPr>
        <p:cNvPr id="1" name=""/>
        <p:cNvGrpSpPr/>
        <p:nvPr/>
      </p:nvGrpSpPr>
      <p:grpSpPr>
        <a:xfrm>
          <a:off x="0" y="0"/>
          <a:ext cx="0" cy="0"/>
          <a:chOff x="0" y="0"/>
          <a:chExt cx="0" cy="0"/>
        </a:xfrm>
      </p:grpSpPr>
      <p:sp>
        <p:nvSpPr>
          <p:cNvPr id="19" name="Dikdörtgen 18"/>
          <p:cNvSpPr/>
          <p:nvPr/>
        </p:nvSpPr>
        <p:spPr>
          <a:xfrm>
            <a:off x="0" y="0"/>
            <a:ext cx="12192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3" name="Dikdörtgen 22"/>
          <p:cNvSpPr/>
          <p:nvPr/>
        </p:nvSpPr>
        <p:spPr>
          <a:xfrm flipV="1">
            <a:off x="7213577" y="3810001"/>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4" name="Dikdörtgen 23"/>
          <p:cNvSpPr/>
          <p:nvPr/>
        </p:nvSpPr>
        <p:spPr>
          <a:xfrm flipV="1">
            <a:off x="7213601" y="3897010"/>
            <a:ext cx="49784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5" name="Dikdörtgen 24"/>
          <p:cNvSpPr/>
          <p:nvPr/>
        </p:nvSpPr>
        <p:spPr>
          <a:xfrm flipV="1">
            <a:off x="7213601" y="4115167"/>
            <a:ext cx="49784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6" name="Dikdörtgen 25"/>
          <p:cNvSpPr/>
          <p:nvPr/>
        </p:nvSpPr>
        <p:spPr>
          <a:xfrm flipV="1">
            <a:off x="7213600" y="4164403"/>
            <a:ext cx="262128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7" name="Dikdörtgen 26"/>
          <p:cNvSpPr/>
          <p:nvPr/>
        </p:nvSpPr>
        <p:spPr>
          <a:xfrm flipV="1">
            <a:off x="7213600" y="4199572"/>
            <a:ext cx="262128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0" name="Yuvarlatılmış Dikdörtgen 29"/>
          <p:cNvSpPr/>
          <p:nvPr/>
        </p:nvSpPr>
        <p:spPr bwMode="white">
          <a:xfrm>
            <a:off x="7213600" y="3962400"/>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1" name="Yuvarlatılmış Dikdörtgen 30"/>
          <p:cNvSpPr/>
          <p:nvPr/>
        </p:nvSpPr>
        <p:spPr bwMode="white">
          <a:xfrm>
            <a:off x="9835343" y="406098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7" name="Dikdörtgen 6"/>
          <p:cNvSpPr/>
          <p:nvPr/>
        </p:nvSpPr>
        <p:spPr>
          <a:xfrm>
            <a:off x="1" y="3649662"/>
            <a:ext cx="12192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10" name="Dikdörtgen 9"/>
          <p:cNvSpPr/>
          <p:nvPr/>
        </p:nvSpPr>
        <p:spPr>
          <a:xfrm>
            <a:off x="1" y="3675528"/>
            <a:ext cx="12192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11" name="Dikdörtgen 10"/>
          <p:cNvSpPr/>
          <p:nvPr/>
        </p:nvSpPr>
        <p:spPr>
          <a:xfrm flipV="1">
            <a:off x="8552068" y="3643090"/>
            <a:ext cx="3639933"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8" name="Başlık 7"/>
          <p:cNvSpPr>
            <a:spLocks noGrp="1"/>
          </p:cNvSpPr>
          <p:nvPr>
            <p:ph type="ctrTitle" hasCustomPrompt="1"/>
          </p:nvPr>
        </p:nvSpPr>
        <p:spPr>
          <a:xfrm>
            <a:off x="609600" y="2389009"/>
            <a:ext cx="11277600" cy="1470025"/>
          </a:xfrm>
        </p:spPr>
        <p:txBody>
          <a:bodyPr rtlCol="0" anchor="b"/>
          <a:lstStyle>
            <a:lvl1pPr>
              <a:defRPr sz="4400">
                <a:solidFill>
                  <a:schemeClr val="bg1"/>
                </a:solidFill>
              </a:defRPr>
            </a:lvl1pPr>
          </a:lstStyle>
          <a:p>
            <a:pPr rtl="0"/>
            <a:r>
              <a:rPr lang="tr-TR" noProof="0"/>
              <a:t>Asıl başlık stili için tıklatın</a:t>
            </a:r>
            <a:endParaRPr lang="tr-TR" noProof="0" dirty="0"/>
          </a:p>
        </p:txBody>
      </p:sp>
      <p:sp>
        <p:nvSpPr>
          <p:cNvPr id="9" name="Alt Başlık 8"/>
          <p:cNvSpPr>
            <a:spLocks noGrp="1"/>
          </p:cNvSpPr>
          <p:nvPr>
            <p:ph type="subTitle" idx="1" hasCustomPrompt="1"/>
          </p:nvPr>
        </p:nvSpPr>
        <p:spPr>
          <a:xfrm>
            <a:off x="609600" y="3899938"/>
            <a:ext cx="6604000" cy="1752600"/>
          </a:xfrm>
        </p:spPr>
        <p:txBody>
          <a:bodyPr rtlCol="0"/>
          <a:lstStyle>
            <a:lvl1pPr marL="64135"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rtl="0"/>
            <a:r>
              <a:rPr lang="tr-TR" noProof="0"/>
              <a:t>Asıl alt başlık stilini düzenlemek için tıklayın</a:t>
            </a:r>
            <a:endParaRPr lang="tr-TR" noProof="0" dirty="0"/>
          </a:p>
        </p:txBody>
      </p:sp>
      <p:sp>
        <p:nvSpPr>
          <p:cNvPr id="17" name="Alt Bilgi Yer Tutucusu 16"/>
          <p:cNvSpPr>
            <a:spLocks noGrp="1"/>
          </p:cNvSpPr>
          <p:nvPr>
            <p:ph type="ftr" sz="quarter" idx="11"/>
          </p:nvPr>
        </p:nvSpPr>
        <p:spPr>
          <a:xfrm>
            <a:off x="7265116" y="4205288"/>
            <a:ext cx="1727200" cy="457200"/>
          </a:xfrm>
        </p:spPr>
        <p:txBody>
          <a:bodyPr rtlCol="0"/>
          <a:lstStyle>
            <a:lvl1pPr>
              <a:defRPr>
                <a:solidFill>
                  <a:schemeClr val="accent2">
                    <a:lumMod val="75000"/>
                  </a:schemeClr>
                </a:solidFill>
              </a:defRPr>
            </a:lvl1pPr>
          </a:lstStyle>
          <a:p>
            <a:pPr rtl="0"/>
            <a:r>
              <a:rPr lang="tr-TR" noProof="0" dirty="0"/>
              <a:t>Alt bilgi ekleme</a:t>
            </a:r>
            <a:endParaRPr lang="tr-TR" noProof="0" dirty="0"/>
          </a:p>
        </p:txBody>
      </p:sp>
      <p:sp>
        <p:nvSpPr>
          <p:cNvPr id="28" name="Tarih Yer Tutucusu 27"/>
          <p:cNvSpPr>
            <a:spLocks noGrp="1"/>
          </p:cNvSpPr>
          <p:nvPr>
            <p:ph type="dt" sz="half" idx="10"/>
          </p:nvPr>
        </p:nvSpPr>
        <p:spPr>
          <a:xfrm>
            <a:off x="9043832" y="4206240"/>
            <a:ext cx="1280160" cy="457200"/>
          </a:xfrm>
        </p:spPr>
        <p:txBody>
          <a:bodyPr rtlCol="0"/>
          <a:lstStyle>
            <a:lvl1pPr>
              <a:defRPr>
                <a:solidFill>
                  <a:schemeClr val="accent2">
                    <a:lumMod val="75000"/>
                  </a:schemeClr>
                </a:solidFill>
              </a:defRPr>
            </a:lvl1pPr>
          </a:lstStyle>
          <a:p>
            <a:fld id="{E8609038-EC1C-40A6-91EB-4A3D73CE9547}" type="datetime1">
              <a:rPr lang="tr-TR" smtClean="0"/>
            </a:fld>
            <a:endParaRPr lang="tr-TR" dirty="0"/>
          </a:p>
        </p:txBody>
      </p:sp>
      <p:sp>
        <p:nvSpPr>
          <p:cNvPr id="29" name="Slayt Numarası Yer Tutucusu 28"/>
          <p:cNvSpPr>
            <a:spLocks noGrp="1"/>
          </p:cNvSpPr>
          <p:nvPr>
            <p:ph type="sldNum" sz="quarter" idx="12"/>
          </p:nvPr>
        </p:nvSpPr>
        <p:spPr>
          <a:xfrm>
            <a:off x="11093451" y="1136"/>
            <a:ext cx="996949" cy="365760"/>
          </a:xfrm>
        </p:spPr>
        <p:txBody>
          <a:bodyPr rtlCol="0"/>
          <a:lstStyle>
            <a:lvl1pPr algn="r">
              <a:defRPr sz="1800">
                <a:solidFill>
                  <a:schemeClr val="bg1"/>
                </a:solidFill>
              </a:defRPr>
            </a:lvl1pPr>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hasCustomPrompt="1"/>
          </p:nvPr>
        </p:nvSpPr>
        <p:spPr/>
        <p:txBody>
          <a:bodyPr rtlCol="0"/>
          <a:lstStyle/>
          <a:p>
            <a:pPr rtl="0"/>
            <a:r>
              <a:rPr lang="tr-TR" noProof="0"/>
              <a:t>Asıl başlık stili için tıklatın</a:t>
            </a:r>
            <a:endParaRPr lang="tr-TR" noProof="0" dirty="0"/>
          </a:p>
        </p:txBody>
      </p:sp>
      <p:sp>
        <p:nvSpPr>
          <p:cNvPr id="3" name="İçerik Yer Tutucusu 2"/>
          <p:cNvSpPr>
            <a:spLocks noGrp="1"/>
          </p:cNvSpPr>
          <p:nvPr>
            <p:ph idx="1" hasCustomPrompt="1"/>
          </p:nvPr>
        </p:nvSpPr>
        <p:spPr/>
        <p:txBody>
          <a:bodyPr rtlCol="0"/>
          <a:lstStyle>
            <a:lvl1pPr>
              <a:defRPr/>
            </a:lvl1pPr>
            <a:lvl5pPr>
              <a:defRPr/>
            </a:lvl5pPr>
            <a:lvl6pPr>
              <a:defRPr/>
            </a:lvl6pPr>
          </a:lstStyle>
          <a:p>
            <a:pPr lvl="0" rtl="0" eaLnBrk="1" latinLnBrk="0" hangingPunct="1"/>
            <a:r>
              <a:rPr lang="tr-TR" noProof="0"/>
              <a:t>Asıl metin stillerini düzenle</a:t>
            </a:r>
            <a:endParaRPr lang="tr-TR" noProof="0"/>
          </a:p>
          <a:p>
            <a:pPr lvl="1" rtl="0" eaLnBrk="1" latinLnBrk="0" hangingPunct="1"/>
            <a:r>
              <a:rPr lang="tr-TR" noProof="0"/>
              <a:t>İkinci düzey</a:t>
            </a:r>
            <a:endParaRPr lang="tr-TR" noProof="0"/>
          </a:p>
          <a:p>
            <a:pPr lvl="2" rtl="0" eaLnBrk="1" latinLnBrk="0" hangingPunct="1"/>
            <a:r>
              <a:rPr lang="tr-TR" noProof="0"/>
              <a:t>Üçüncü düzey</a:t>
            </a:r>
            <a:endParaRPr lang="tr-TR" noProof="0"/>
          </a:p>
          <a:p>
            <a:pPr lvl="3" rtl="0" eaLnBrk="1" latinLnBrk="0" hangingPunct="1"/>
            <a:r>
              <a:rPr lang="tr-TR" noProof="0"/>
              <a:t>Dördüncü düzey</a:t>
            </a:r>
            <a:endParaRPr lang="tr-TR" noProof="0"/>
          </a:p>
          <a:p>
            <a:pPr lvl="4" rtl="0" eaLnBrk="1" latinLnBrk="0" hangingPunct="1"/>
            <a:r>
              <a:rPr lang="tr-TR" noProof="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endParaRPr lang="tr-TR" noProof="0" dirty="0"/>
          </a:p>
        </p:txBody>
      </p:sp>
      <p:sp>
        <p:nvSpPr>
          <p:cNvPr id="4" name="Tarih Yer Tutucusu 3"/>
          <p:cNvSpPr>
            <a:spLocks noGrp="1"/>
          </p:cNvSpPr>
          <p:nvPr>
            <p:ph type="dt" sz="half" idx="10"/>
          </p:nvPr>
        </p:nvSpPr>
        <p:spPr/>
        <p:txBody>
          <a:bodyPr rtlCol="0"/>
          <a:lstStyle>
            <a:lvl1pPr>
              <a:defRPr/>
            </a:lvl1pPr>
          </a:lstStyle>
          <a:p>
            <a:fld id="{46610F96-FFD0-4BC1-86F0-D957A2A4B8C7}" type="datetime1">
              <a:rPr lang="tr-TR" smtClean="0"/>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963084" y="1968322"/>
            <a:ext cx="10363200" cy="1362075"/>
          </a:xfrm>
        </p:spPr>
        <p:txBody>
          <a:bodyPr rtlCol="0" anchor="b">
            <a:noAutofit/>
          </a:bodyPr>
          <a:lstStyle>
            <a:lvl1pPr algn="l">
              <a:buNone/>
              <a:defRPr sz="4300" b="1" cap="none" baseline="0">
                <a:ln w="12700">
                  <a:solidFill>
                    <a:schemeClr val="accent2">
                      <a:shade val="90000"/>
                      <a:satMod val="150000"/>
                    </a:schemeClr>
                  </a:solidFill>
                </a:ln>
                <a:solidFill>
                  <a:schemeClr val="accent2"/>
                </a:solidFill>
                <a:effectLst/>
              </a:defRPr>
            </a:lvl1pPr>
          </a:lstStyle>
          <a:p>
            <a:pPr rtl="0"/>
            <a:r>
              <a:rPr lang="tr-TR" noProof="0"/>
              <a:t>Asıl başlık stili için tıklatın</a:t>
            </a:r>
            <a:endParaRPr kumimoji="0" lang="tr-TR" noProof="0" dirty="0"/>
          </a:p>
        </p:txBody>
      </p:sp>
      <p:sp>
        <p:nvSpPr>
          <p:cNvPr id="3" name="Metin Yer Tutucusu 2"/>
          <p:cNvSpPr>
            <a:spLocks noGrp="1"/>
          </p:cNvSpPr>
          <p:nvPr>
            <p:ph type="body" idx="1" hasCustomPrompt="1"/>
          </p:nvPr>
        </p:nvSpPr>
        <p:spPr>
          <a:xfrm>
            <a:off x="963084" y="3367088"/>
            <a:ext cx="10363200" cy="1509712"/>
          </a:xfrm>
        </p:spPr>
        <p:txBody>
          <a:bodyPr rtlCol="0"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rtl="0" eaLnBrk="1" latinLnBrk="0" hangingPunct="1"/>
            <a:r>
              <a:rPr lang="tr-TR" noProof="0"/>
              <a:t>Asıl metin stillerini düzenle</a:t>
            </a:r>
            <a:endParaRPr lang="tr-TR" noProof="0"/>
          </a:p>
        </p:txBody>
      </p:sp>
      <p:sp>
        <p:nvSpPr>
          <p:cNvPr id="5" name="Alt Bilgi Yer Tutucusu 4"/>
          <p:cNvSpPr>
            <a:spLocks noGrp="1"/>
          </p:cNvSpPr>
          <p:nvPr>
            <p:ph type="ftr" sz="quarter" idx="11"/>
          </p:nvPr>
        </p:nvSpPr>
        <p:spPr/>
        <p:txBody>
          <a:bodyPr rtlCol="0"/>
          <a:lstStyle/>
          <a:p>
            <a:pPr rtl="0"/>
            <a:r>
              <a:rPr lang="tr-TR" noProof="0" dirty="0"/>
              <a:t>Alt bilgi ekleme</a:t>
            </a:r>
            <a:endParaRPr lang="tr-TR" noProof="0" dirty="0"/>
          </a:p>
        </p:txBody>
      </p:sp>
      <p:sp>
        <p:nvSpPr>
          <p:cNvPr id="4" name="Tarih Yer Tutucusu 3"/>
          <p:cNvSpPr>
            <a:spLocks noGrp="1"/>
          </p:cNvSpPr>
          <p:nvPr>
            <p:ph type="dt" sz="half" idx="10"/>
          </p:nvPr>
        </p:nvSpPr>
        <p:spPr/>
        <p:txBody>
          <a:bodyPr rtlCol="0"/>
          <a:lstStyle>
            <a:lvl1pPr>
              <a:defRPr/>
            </a:lvl1pPr>
          </a:lstStyle>
          <a:p>
            <a:fld id="{FF56EF26-BBDF-4885-BB66-53FDFCADA69E}" type="datetime1">
              <a:rPr lang="tr-TR" smtClean="0"/>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hasCustomPrompt="1"/>
          </p:nvPr>
        </p:nvSpPr>
        <p:spPr/>
        <p:txBody>
          <a:bodyPr rtlCol="0"/>
          <a:lstStyle/>
          <a:p>
            <a:pPr rtl="0"/>
            <a:r>
              <a:rPr lang="tr-TR" noProof="0"/>
              <a:t>Asıl başlık stili için tıklatın</a:t>
            </a:r>
            <a:endParaRPr lang="tr-TR" noProof="0" dirty="0"/>
          </a:p>
        </p:txBody>
      </p:sp>
      <p:sp>
        <p:nvSpPr>
          <p:cNvPr id="3" name="İçerik Yer Tutucusu 2"/>
          <p:cNvSpPr>
            <a:spLocks noGrp="1"/>
          </p:cNvSpPr>
          <p:nvPr>
            <p:ph sz="half" idx="1" hasCustomPrompt="1"/>
          </p:nvPr>
        </p:nvSpPr>
        <p:spPr>
          <a:xfrm>
            <a:off x="609600" y="2249425"/>
            <a:ext cx="5384800" cy="4341875"/>
          </a:xfrm>
        </p:spPr>
        <p:txBody>
          <a:bodyPr rtlCol="0"/>
          <a:lstStyle>
            <a:lvl1pPr>
              <a:defRPr sz="2000"/>
            </a:lvl1pPr>
            <a:lvl2pPr>
              <a:defRPr sz="1900"/>
            </a:lvl2pPr>
            <a:lvl3pPr>
              <a:defRPr sz="1800"/>
            </a:lvl3pPr>
            <a:lvl4pPr>
              <a:defRPr sz="1800"/>
            </a:lvl4pPr>
            <a:lvl5pPr>
              <a:defRPr sz="1800"/>
            </a:lvl5pPr>
          </a:lstStyle>
          <a:p>
            <a:pPr lvl="0" rtl="0" eaLnBrk="1" latinLnBrk="0" hangingPunct="1"/>
            <a:r>
              <a:rPr lang="tr-TR" noProof="0"/>
              <a:t>Asıl metin stillerini düzenle</a:t>
            </a:r>
            <a:endParaRPr lang="tr-TR" noProof="0"/>
          </a:p>
          <a:p>
            <a:pPr lvl="1" rtl="0" eaLnBrk="1" latinLnBrk="0" hangingPunct="1"/>
            <a:r>
              <a:rPr lang="tr-TR" noProof="0"/>
              <a:t>İkinci düzey</a:t>
            </a:r>
            <a:endParaRPr lang="tr-TR" noProof="0"/>
          </a:p>
          <a:p>
            <a:pPr lvl="2" rtl="0" eaLnBrk="1" latinLnBrk="0" hangingPunct="1"/>
            <a:r>
              <a:rPr lang="tr-TR" noProof="0"/>
              <a:t>Üçüncü düzey</a:t>
            </a:r>
            <a:endParaRPr lang="tr-TR" noProof="0"/>
          </a:p>
          <a:p>
            <a:pPr lvl="3" rtl="0" eaLnBrk="1" latinLnBrk="0" hangingPunct="1"/>
            <a:r>
              <a:rPr lang="tr-TR" noProof="0"/>
              <a:t>Dördüncü düzey</a:t>
            </a:r>
            <a:endParaRPr lang="tr-TR" noProof="0"/>
          </a:p>
          <a:p>
            <a:pPr lvl="4" rtl="0" eaLnBrk="1" latinLnBrk="0" hangingPunct="1"/>
            <a:r>
              <a:rPr lang="tr-TR" noProof="0"/>
              <a:t>Beşinci düzey</a:t>
            </a:r>
            <a:endParaRPr kumimoji="0" lang="tr-TR" noProof="0" dirty="0"/>
          </a:p>
        </p:txBody>
      </p:sp>
      <p:sp>
        <p:nvSpPr>
          <p:cNvPr id="4" name="İçerik Yer Tutucusu 3"/>
          <p:cNvSpPr>
            <a:spLocks noGrp="1"/>
          </p:cNvSpPr>
          <p:nvPr>
            <p:ph sz="half" idx="2" hasCustomPrompt="1"/>
          </p:nvPr>
        </p:nvSpPr>
        <p:spPr>
          <a:xfrm>
            <a:off x="6197600" y="2249425"/>
            <a:ext cx="5384800" cy="4341875"/>
          </a:xfrm>
        </p:spPr>
        <p:txBody>
          <a:bodyPr rtlCol="0"/>
          <a:lstStyle>
            <a:lvl1pPr>
              <a:defRPr sz="2000"/>
            </a:lvl1pPr>
            <a:lvl2pPr>
              <a:defRPr sz="1900"/>
            </a:lvl2pPr>
            <a:lvl3pPr>
              <a:defRPr sz="1800"/>
            </a:lvl3pPr>
            <a:lvl4pPr>
              <a:defRPr sz="1800"/>
            </a:lvl4pPr>
            <a:lvl5pPr>
              <a:defRPr sz="1800"/>
            </a:lvl5pPr>
          </a:lstStyle>
          <a:p>
            <a:pPr lvl="0" rtl="0" eaLnBrk="1" latinLnBrk="0" hangingPunct="1"/>
            <a:r>
              <a:rPr lang="tr-TR" noProof="0"/>
              <a:t>Asıl metin stillerini düzenle</a:t>
            </a:r>
            <a:endParaRPr lang="tr-TR" noProof="0"/>
          </a:p>
          <a:p>
            <a:pPr lvl="1" rtl="0" eaLnBrk="1" latinLnBrk="0" hangingPunct="1"/>
            <a:r>
              <a:rPr lang="tr-TR" noProof="0"/>
              <a:t>İkinci düzey</a:t>
            </a:r>
            <a:endParaRPr lang="tr-TR" noProof="0"/>
          </a:p>
          <a:p>
            <a:pPr lvl="2" rtl="0" eaLnBrk="1" latinLnBrk="0" hangingPunct="1"/>
            <a:r>
              <a:rPr lang="tr-TR" noProof="0"/>
              <a:t>Üçüncü düzey</a:t>
            </a:r>
            <a:endParaRPr lang="tr-TR" noProof="0"/>
          </a:p>
          <a:p>
            <a:pPr lvl="3" rtl="0" eaLnBrk="1" latinLnBrk="0" hangingPunct="1"/>
            <a:r>
              <a:rPr lang="tr-TR" noProof="0"/>
              <a:t>Dördüncü düzey</a:t>
            </a:r>
            <a:endParaRPr lang="tr-TR" noProof="0"/>
          </a:p>
          <a:p>
            <a:pPr lvl="4" rtl="0" eaLnBrk="1" latinLnBrk="0" hangingPunct="1"/>
            <a:r>
              <a:rPr lang="tr-TR" noProof="0"/>
              <a:t>Beşinci düzey</a:t>
            </a:r>
            <a:endParaRPr kumimoji="0" lang="tr-TR" noProof="0" dirty="0"/>
          </a:p>
        </p:txBody>
      </p:sp>
      <p:sp>
        <p:nvSpPr>
          <p:cNvPr id="6" name="Alt Bilgi Yer Tutucusu 5"/>
          <p:cNvSpPr>
            <a:spLocks noGrp="1"/>
          </p:cNvSpPr>
          <p:nvPr>
            <p:ph type="ftr" sz="quarter" idx="11"/>
          </p:nvPr>
        </p:nvSpPr>
        <p:spPr/>
        <p:txBody>
          <a:bodyPr rtlCol="0"/>
          <a:lstStyle/>
          <a:p>
            <a:pPr rtl="0"/>
            <a:r>
              <a:rPr lang="tr-TR" noProof="0" dirty="0"/>
              <a:t>Alt bilgi ekleme</a:t>
            </a:r>
            <a:endParaRPr lang="tr-TR" noProof="0" dirty="0"/>
          </a:p>
        </p:txBody>
      </p:sp>
      <p:sp>
        <p:nvSpPr>
          <p:cNvPr id="5" name="Tarih Yer Tutucusu 4"/>
          <p:cNvSpPr>
            <a:spLocks noGrp="1"/>
          </p:cNvSpPr>
          <p:nvPr>
            <p:ph type="dt" sz="half" idx="10"/>
          </p:nvPr>
        </p:nvSpPr>
        <p:spPr/>
        <p:txBody>
          <a:bodyPr rtlCol="0"/>
          <a:lstStyle>
            <a:lvl1pPr>
              <a:defRPr/>
            </a:lvl1pPr>
          </a:lstStyle>
          <a:p>
            <a:fld id="{A84B813B-74D5-4B4F-94CB-6CD8395E9845}" type="datetime1">
              <a:rPr lang="tr-TR" smtClean="0"/>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508000" y="1143000"/>
            <a:ext cx="11176000" cy="1069848"/>
          </a:xfrm>
        </p:spPr>
        <p:txBody>
          <a:bodyPr rtlCol="0" anchor="ctr"/>
          <a:lstStyle>
            <a:lvl1pPr>
              <a:defRPr sz="4000" b="0" i="0" cap="none" baseline="0"/>
            </a:lvl1pPr>
          </a:lstStyle>
          <a:p>
            <a:pPr rtl="0"/>
            <a:r>
              <a:rPr lang="tr-TR" noProof="0"/>
              <a:t>Asıl başlık stili için tıklatın</a:t>
            </a:r>
            <a:endParaRPr lang="tr-TR" noProof="0" dirty="0"/>
          </a:p>
        </p:txBody>
      </p:sp>
      <p:sp>
        <p:nvSpPr>
          <p:cNvPr id="3" name="Metin Yer Tutucusu 2"/>
          <p:cNvSpPr>
            <a:spLocks noGrp="1"/>
          </p:cNvSpPr>
          <p:nvPr>
            <p:ph type="body" idx="1" hasCustomPrompt="1"/>
          </p:nvPr>
        </p:nvSpPr>
        <p:spPr>
          <a:xfrm>
            <a:off x="508000" y="2244970"/>
            <a:ext cx="5388864" cy="457200"/>
          </a:xfrm>
          <a:solidFill>
            <a:schemeClr val="accent2">
              <a:lumMod val="60000"/>
              <a:lumOff val="40000"/>
              <a:alpha val="25000"/>
            </a:schemeClr>
          </a:solidFill>
          <a:ln w="12700">
            <a:solidFill>
              <a:schemeClr val="accent2"/>
            </a:solidFill>
          </a:ln>
        </p:spPr>
        <p:txBody>
          <a:bodyPr rtlCol="0"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rtl="0" eaLnBrk="1" latinLnBrk="0" hangingPunct="1"/>
            <a:r>
              <a:rPr lang="tr-TR" noProof="0"/>
              <a:t>Asıl metin stillerini düzenle</a:t>
            </a:r>
            <a:endParaRPr lang="tr-TR" noProof="0"/>
          </a:p>
        </p:txBody>
      </p:sp>
      <p:sp>
        <p:nvSpPr>
          <p:cNvPr id="5" name="İçerik Yer Tutucusu 4"/>
          <p:cNvSpPr>
            <a:spLocks noGrp="1"/>
          </p:cNvSpPr>
          <p:nvPr>
            <p:ph sz="quarter" idx="2" hasCustomPrompt="1"/>
          </p:nvPr>
        </p:nvSpPr>
        <p:spPr>
          <a:xfrm>
            <a:off x="508000" y="2708519"/>
            <a:ext cx="5388864" cy="3886200"/>
          </a:xfrm>
        </p:spPr>
        <p:txBody>
          <a:bodyPr rtlCol="0"/>
          <a:lstStyle>
            <a:lvl1pPr>
              <a:defRPr sz="2000"/>
            </a:lvl1pPr>
            <a:lvl2pPr>
              <a:defRPr sz="2000"/>
            </a:lvl2pPr>
            <a:lvl3pPr>
              <a:defRPr sz="1800"/>
            </a:lvl3pPr>
            <a:lvl4pPr>
              <a:defRPr sz="1600"/>
            </a:lvl4pPr>
            <a:lvl5pPr>
              <a:defRPr sz="1600"/>
            </a:lvl5pPr>
          </a:lstStyle>
          <a:p>
            <a:pPr lvl="0" rtl="0" eaLnBrk="1" latinLnBrk="0" hangingPunct="1"/>
            <a:r>
              <a:rPr lang="tr-TR" noProof="0"/>
              <a:t>Asıl metin stillerini düzenle</a:t>
            </a:r>
            <a:endParaRPr lang="tr-TR" noProof="0"/>
          </a:p>
          <a:p>
            <a:pPr lvl="1" rtl="0" eaLnBrk="1" latinLnBrk="0" hangingPunct="1"/>
            <a:r>
              <a:rPr lang="tr-TR" noProof="0"/>
              <a:t>İkinci düzey</a:t>
            </a:r>
            <a:endParaRPr lang="tr-TR" noProof="0"/>
          </a:p>
          <a:p>
            <a:pPr lvl="2" rtl="0" eaLnBrk="1" latinLnBrk="0" hangingPunct="1"/>
            <a:r>
              <a:rPr lang="tr-TR" noProof="0"/>
              <a:t>Üçüncü düzey</a:t>
            </a:r>
            <a:endParaRPr lang="tr-TR" noProof="0"/>
          </a:p>
          <a:p>
            <a:pPr lvl="3" rtl="0" eaLnBrk="1" latinLnBrk="0" hangingPunct="1"/>
            <a:r>
              <a:rPr lang="tr-TR" noProof="0"/>
              <a:t>Dördüncü düzey</a:t>
            </a:r>
            <a:endParaRPr lang="tr-TR" noProof="0"/>
          </a:p>
          <a:p>
            <a:pPr lvl="4" rtl="0" eaLnBrk="1" latinLnBrk="0" hangingPunct="1"/>
            <a:r>
              <a:rPr lang="tr-TR" noProof="0"/>
              <a:t>Beşinci düzey</a:t>
            </a:r>
            <a:endParaRPr kumimoji="0" lang="tr-TR" noProof="0" dirty="0"/>
          </a:p>
        </p:txBody>
      </p:sp>
      <p:sp>
        <p:nvSpPr>
          <p:cNvPr id="4" name="Metin Yer Tutucusu 3"/>
          <p:cNvSpPr>
            <a:spLocks noGrp="1"/>
          </p:cNvSpPr>
          <p:nvPr>
            <p:ph type="body" sz="half" idx="3" hasCustomPrompt="1"/>
          </p:nvPr>
        </p:nvSpPr>
        <p:spPr>
          <a:xfrm>
            <a:off x="6294968" y="2244970"/>
            <a:ext cx="5389033" cy="457200"/>
          </a:xfrm>
          <a:solidFill>
            <a:schemeClr val="accent2">
              <a:lumMod val="60000"/>
              <a:lumOff val="40000"/>
              <a:alpha val="25000"/>
            </a:schemeClr>
          </a:solidFill>
          <a:ln w="12700">
            <a:solidFill>
              <a:schemeClr val="accent2"/>
            </a:solidFill>
          </a:ln>
        </p:spPr>
        <p:txBody>
          <a:bodyPr rtlCol="0"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rtl="0" eaLnBrk="1" latinLnBrk="0" hangingPunct="1"/>
            <a:r>
              <a:rPr lang="tr-TR" noProof="0"/>
              <a:t>Asıl metin stillerini düzenle</a:t>
            </a:r>
            <a:endParaRPr lang="tr-TR" noProof="0"/>
          </a:p>
        </p:txBody>
      </p:sp>
      <p:sp>
        <p:nvSpPr>
          <p:cNvPr id="6" name="İçerik Yer Tutucusu 5"/>
          <p:cNvSpPr>
            <a:spLocks noGrp="1"/>
          </p:cNvSpPr>
          <p:nvPr>
            <p:ph sz="quarter" idx="4" hasCustomPrompt="1"/>
          </p:nvPr>
        </p:nvSpPr>
        <p:spPr>
          <a:xfrm>
            <a:off x="6291073" y="2708519"/>
            <a:ext cx="5389033" cy="3886200"/>
          </a:xfrm>
        </p:spPr>
        <p:txBody>
          <a:bodyPr rtlCol="0"/>
          <a:lstStyle>
            <a:lvl1pPr>
              <a:defRPr sz="2000"/>
            </a:lvl1pPr>
            <a:lvl2pPr>
              <a:defRPr sz="2000"/>
            </a:lvl2pPr>
            <a:lvl3pPr>
              <a:defRPr sz="1800"/>
            </a:lvl3pPr>
            <a:lvl4pPr>
              <a:defRPr sz="1600"/>
            </a:lvl4pPr>
            <a:lvl5pPr>
              <a:defRPr sz="1600"/>
            </a:lvl5pPr>
          </a:lstStyle>
          <a:p>
            <a:pPr lvl="0" rtl="0" eaLnBrk="1" latinLnBrk="0" hangingPunct="1"/>
            <a:r>
              <a:rPr lang="tr-TR" noProof="0"/>
              <a:t>Asıl metin stillerini düzenle</a:t>
            </a:r>
            <a:endParaRPr lang="tr-TR" noProof="0"/>
          </a:p>
          <a:p>
            <a:pPr lvl="1" rtl="0" eaLnBrk="1" latinLnBrk="0" hangingPunct="1"/>
            <a:r>
              <a:rPr lang="tr-TR" noProof="0"/>
              <a:t>İkinci düzey</a:t>
            </a:r>
            <a:endParaRPr lang="tr-TR" noProof="0"/>
          </a:p>
          <a:p>
            <a:pPr lvl="2" rtl="0" eaLnBrk="1" latinLnBrk="0" hangingPunct="1"/>
            <a:r>
              <a:rPr lang="tr-TR" noProof="0"/>
              <a:t>Üçüncü düzey</a:t>
            </a:r>
            <a:endParaRPr lang="tr-TR" noProof="0"/>
          </a:p>
          <a:p>
            <a:pPr lvl="3" rtl="0" eaLnBrk="1" latinLnBrk="0" hangingPunct="1"/>
            <a:r>
              <a:rPr lang="tr-TR" noProof="0"/>
              <a:t>Dördüncü düzey</a:t>
            </a:r>
            <a:endParaRPr lang="tr-TR" noProof="0"/>
          </a:p>
          <a:p>
            <a:pPr lvl="4" rtl="0" eaLnBrk="1" latinLnBrk="0" hangingPunct="1"/>
            <a:r>
              <a:rPr lang="tr-TR" noProof="0"/>
              <a:t>Beşinci düzey</a:t>
            </a:r>
            <a:endParaRPr kumimoji="0" lang="tr-TR" noProof="0" dirty="0"/>
          </a:p>
        </p:txBody>
      </p:sp>
      <p:sp>
        <p:nvSpPr>
          <p:cNvPr id="28" name="Alt Bilgi Yer Tutucusu 27"/>
          <p:cNvSpPr>
            <a:spLocks noGrp="1"/>
          </p:cNvSpPr>
          <p:nvPr>
            <p:ph type="ftr" sz="quarter" idx="12"/>
          </p:nvPr>
        </p:nvSpPr>
        <p:spPr/>
        <p:txBody>
          <a:bodyPr rtlCol="0"/>
          <a:lstStyle/>
          <a:p>
            <a:pPr rtl="0"/>
            <a:r>
              <a:rPr lang="tr-TR" noProof="0" dirty="0"/>
              <a:t>Alt bilgi ekleme</a:t>
            </a:r>
            <a:endParaRPr lang="tr-TR" noProof="0" dirty="0"/>
          </a:p>
        </p:txBody>
      </p:sp>
      <p:sp>
        <p:nvSpPr>
          <p:cNvPr id="26" name="Tarih Yer Tutucusu 25"/>
          <p:cNvSpPr>
            <a:spLocks noGrp="1"/>
          </p:cNvSpPr>
          <p:nvPr>
            <p:ph type="dt" sz="half" idx="10"/>
          </p:nvPr>
        </p:nvSpPr>
        <p:spPr/>
        <p:txBody>
          <a:bodyPr rtlCol="0"/>
          <a:lstStyle>
            <a:lvl1pPr>
              <a:defRPr/>
            </a:lvl1pPr>
          </a:lstStyle>
          <a:p>
            <a:fld id="{B72EC71D-25AD-4A7C-AB6C-E63D5EDA9366}" type="datetime1">
              <a:rPr lang="tr-TR" smtClean="0"/>
            </a:fld>
            <a:endParaRPr lang="tr-TR" dirty="0"/>
          </a:p>
        </p:txBody>
      </p:sp>
      <p:sp>
        <p:nvSpPr>
          <p:cNvPr id="27" name="Slayt Numarası Yer Tutucusu 26"/>
          <p:cNvSpPr>
            <a:spLocks noGrp="1"/>
          </p:cNvSpPr>
          <p:nvPr>
            <p:ph type="sldNum" sz="quarter" idx="11"/>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609600" y="1143000"/>
            <a:ext cx="10972800" cy="1069848"/>
          </a:xfrm>
        </p:spPr>
        <p:txBody>
          <a:bodyPr rtlCol="0" anchor="ctr"/>
          <a:lstStyle>
            <a:lvl1pPr>
              <a:defRPr sz="4000">
                <a:solidFill>
                  <a:schemeClr val="tx2"/>
                </a:solidFill>
              </a:defRPr>
            </a:lvl1pPr>
          </a:lstStyle>
          <a:p>
            <a:pPr rtl="0"/>
            <a:r>
              <a:rPr lang="tr-TR" noProof="0"/>
              <a:t>Asıl başlık stili için tıklatın</a:t>
            </a:r>
            <a:endParaRPr lang="tr-TR" noProof="0" dirty="0"/>
          </a:p>
        </p:txBody>
      </p:sp>
      <p:sp>
        <p:nvSpPr>
          <p:cNvPr id="4" name="Alt Bilgi Yer Tutucusu 3"/>
          <p:cNvSpPr>
            <a:spLocks noGrp="1"/>
          </p:cNvSpPr>
          <p:nvPr>
            <p:ph type="ftr" sz="quarter" idx="11"/>
          </p:nvPr>
        </p:nvSpPr>
        <p:spPr>
          <a:xfrm>
            <a:off x="7010400" y="612648"/>
            <a:ext cx="1767840" cy="457200"/>
          </a:xfrm>
        </p:spPr>
        <p:txBody>
          <a:bodyPr rtlCol="0"/>
          <a:lstStyle/>
          <a:p>
            <a:pPr rtl="0"/>
            <a:r>
              <a:rPr lang="tr-TR" noProof="0" dirty="0"/>
              <a:t>Alt bilgi ekleme</a:t>
            </a:r>
            <a:endParaRPr lang="tr-TR" noProof="0" dirty="0"/>
          </a:p>
        </p:txBody>
      </p:sp>
      <p:sp>
        <p:nvSpPr>
          <p:cNvPr id="3" name="Tarih Yer Tutucusu 2"/>
          <p:cNvSpPr>
            <a:spLocks noGrp="1"/>
          </p:cNvSpPr>
          <p:nvPr>
            <p:ph type="dt" sz="half" idx="10"/>
          </p:nvPr>
        </p:nvSpPr>
        <p:spPr>
          <a:xfrm>
            <a:off x="8778240" y="612648"/>
            <a:ext cx="1276352" cy="457200"/>
          </a:xfrm>
        </p:spPr>
        <p:txBody>
          <a:bodyPr rtlCol="0"/>
          <a:lstStyle>
            <a:lvl1pPr>
              <a:defRPr/>
            </a:lvl1pPr>
          </a:lstStyle>
          <a:p>
            <a:fld id="{851036E3-487C-41B5-92E9-47E0F0B9591B}" type="datetime1">
              <a:rPr lang="tr-TR" smtClean="0"/>
            </a:fld>
            <a:endParaRPr lang="tr-TR" dirty="0"/>
          </a:p>
        </p:txBody>
      </p:sp>
      <p:sp>
        <p:nvSpPr>
          <p:cNvPr id="5" name="Slayt Numarası Yer Tutucusu 4"/>
          <p:cNvSpPr>
            <a:spLocks noGrp="1"/>
          </p:cNvSpPr>
          <p:nvPr>
            <p:ph type="sldNum" sz="quarter" idx="12"/>
          </p:nvPr>
        </p:nvSpPr>
        <p:spPr>
          <a:xfrm>
            <a:off x="10899648" y="2272"/>
            <a:ext cx="1016000" cy="365760"/>
          </a:xfrm>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3" name="Alt Bilgi Yer Tutucusu 2"/>
          <p:cNvSpPr>
            <a:spLocks noGrp="1"/>
          </p:cNvSpPr>
          <p:nvPr>
            <p:ph type="ftr" sz="quarter" idx="11"/>
          </p:nvPr>
        </p:nvSpPr>
        <p:spPr/>
        <p:txBody>
          <a:bodyPr rtlCol="0"/>
          <a:lstStyle/>
          <a:p>
            <a:pPr rtl="0"/>
            <a:r>
              <a:rPr lang="tr-TR" noProof="0" dirty="0"/>
              <a:t>Alt bilgi ekleme</a:t>
            </a:r>
            <a:endParaRPr lang="tr-TR" noProof="0" dirty="0"/>
          </a:p>
        </p:txBody>
      </p:sp>
      <p:sp>
        <p:nvSpPr>
          <p:cNvPr id="2" name="Tarih Yer Tutucusu 1"/>
          <p:cNvSpPr>
            <a:spLocks noGrp="1"/>
          </p:cNvSpPr>
          <p:nvPr>
            <p:ph type="dt" sz="half" idx="10"/>
          </p:nvPr>
        </p:nvSpPr>
        <p:spPr/>
        <p:txBody>
          <a:bodyPr rtlCol="0"/>
          <a:lstStyle>
            <a:lvl1pPr>
              <a:defRPr/>
            </a:lvl1pPr>
          </a:lstStyle>
          <a:p>
            <a:fld id="{E7730CD3-31CA-47BB-8FC4-9AA93086A77D}" type="datetime1">
              <a:rPr lang="tr-TR" smtClean="0"/>
            </a:fld>
            <a:endParaRPr lang="tr-TR" dirty="0"/>
          </a:p>
        </p:txBody>
      </p:sp>
      <p:sp>
        <p:nvSpPr>
          <p:cNvPr id="4" name="Slayt Numarası Yer Tutucusu 3"/>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Resim Yazılı İçerik">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7137995" y="1101970"/>
            <a:ext cx="4511040" cy="877824"/>
          </a:xfrm>
        </p:spPr>
        <p:txBody>
          <a:bodyPr rtlCol="0" anchor="b"/>
          <a:lstStyle>
            <a:lvl1pPr algn="l">
              <a:buNone/>
              <a:defRPr sz="1800" b="1"/>
            </a:lvl1pPr>
          </a:lstStyle>
          <a:p>
            <a:pPr rtl="0"/>
            <a:r>
              <a:rPr lang="tr-TR" noProof="0" dirty="0"/>
              <a:t>Asıl başlık stilini düzenle</a:t>
            </a:r>
            <a:endParaRPr lang="tr-TR" noProof="0" dirty="0"/>
          </a:p>
        </p:txBody>
      </p:sp>
      <p:sp>
        <p:nvSpPr>
          <p:cNvPr id="4" name="İçerik Yer Tutucusu 3"/>
          <p:cNvSpPr>
            <a:spLocks noGrp="1"/>
          </p:cNvSpPr>
          <p:nvPr>
            <p:ph sz="half" idx="1" hasCustomPrompt="1"/>
          </p:nvPr>
        </p:nvSpPr>
        <p:spPr>
          <a:xfrm>
            <a:off x="203200" y="776287"/>
            <a:ext cx="6803136" cy="5805083"/>
          </a:xfrm>
        </p:spPr>
        <p:txBody>
          <a:bodyPr rtlCol="0"/>
          <a:lstStyle>
            <a:lvl1pPr>
              <a:defRPr sz="3200"/>
            </a:lvl1pPr>
            <a:lvl2pPr>
              <a:defRPr sz="2800"/>
            </a:lvl2pPr>
            <a:lvl3pPr>
              <a:defRPr sz="2400"/>
            </a:lvl3pPr>
            <a:lvl4pPr>
              <a:defRPr sz="2000"/>
            </a:lvl4pPr>
            <a:lvl5pPr>
              <a:defRPr sz="2000"/>
            </a:lvl5pPr>
          </a:lstStyle>
          <a:p>
            <a:pPr lvl="0" rtl="0" eaLnBrk="1" latinLnBrk="0" hangingPunct="1"/>
            <a:r>
              <a:rPr lang="tr-TR" noProof="0"/>
              <a:t>Asıl metin stillerini düzenle</a:t>
            </a:r>
            <a:endParaRPr lang="tr-TR" noProof="0"/>
          </a:p>
          <a:p>
            <a:pPr lvl="1" rtl="0" eaLnBrk="1" latinLnBrk="0" hangingPunct="1"/>
            <a:r>
              <a:rPr lang="tr-TR" noProof="0"/>
              <a:t>İkinci düzey</a:t>
            </a:r>
            <a:endParaRPr lang="tr-TR" noProof="0"/>
          </a:p>
          <a:p>
            <a:pPr lvl="2" rtl="0" eaLnBrk="1" latinLnBrk="0" hangingPunct="1"/>
            <a:r>
              <a:rPr lang="tr-TR" noProof="0"/>
              <a:t>Üçüncü düzey</a:t>
            </a:r>
            <a:endParaRPr lang="tr-TR" noProof="0"/>
          </a:p>
          <a:p>
            <a:pPr lvl="3" rtl="0" eaLnBrk="1" latinLnBrk="0" hangingPunct="1"/>
            <a:r>
              <a:rPr lang="tr-TR" noProof="0"/>
              <a:t>Dördüncü düzey</a:t>
            </a:r>
            <a:endParaRPr lang="tr-TR" noProof="0"/>
          </a:p>
          <a:p>
            <a:pPr lvl="4" rtl="0" eaLnBrk="1" latinLnBrk="0" hangingPunct="1"/>
            <a:r>
              <a:rPr lang="tr-TR" noProof="0"/>
              <a:t>Beşinci düzey</a:t>
            </a:r>
            <a:endParaRPr kumimoji="0" lang="tr-TR" noProof="0" dirty="0"/>
          </a:p>
        </p:txBody>
      </p:sp>
      <p:sp>
        <p:nvSpPr>
          <p:cNvPr id="3" name="Metin Yer Tutucusu 2"/>
          <p:cNvSpPr>
            <a:spLocks noGrp="1"/>
          </p:cNvSpPr>
          <p:nvPr>
            <p:ph type="body" idx="2" hasCustomPrompt="1"/>
          </p:nvPr>
        </p:nvSpPr>
        <p:spPr>
          <a:xfrm>
            <a:off x="7137995" y="2010727"/>
            <a:ext cx="4511040" cy="4580573"/>
          </a:xfrm>
        </p:spPr>
        <p:txBody>
          <a:bodyPr rtlCol="0"/>
          <a:lstStyle>
            <a:lvl1pPr marL="8890" indent="0">
              <a:buNone/>
              <a:defRPr sz="1400"/>
            </a:lvl1pPr>
            <a:lvl2pPr>
              <a:buNone/>
              <a:defRPr sz="1200"/>
            </a:lvl2pPr>
            <a:lvl3pPr>
              <a:buNone/>
              <a:defRPr sz="1000"/>
            </a:lvl3pPr>
            <a:lvl4pPr>
              <a:buNone/>
              <a:defRPr sz="900"/>
            </a:lvl4pPr>
            <a:lvl5pPr>
              <a:buNone/>
              <a:defRPr sz="900"/>
            </a:lvl5pPr>
          </a:lstStyle>
          <a:p>
            <a:pPr lvl="0" rtl="0" eaLnBrk="1" latinLnBrk="0" hangingPunct="1"/>
            <a:r>
              <a:rPr lang="tr-TR" noProof="0"/>
              <a:t>Asıl metin stillerini düzenle</a:t>
            </a:r>
            <a:endParaRPr lang="tr-TR" noProof="0"/>
          </a:p>
        </p:txBody>
      </p:sp>
      <p:sp>
        <p:nvSpPr>
          <p:cNvPr id="6" name="Alt Bilgi Yer Tutucusu 5"/>
          <p:cNvSpPr>
            <a:spLocks noGrp="1"/>
          </p:cNvSpPr>
          <p:nvPr>
            <p:ph type="ftr" sz="quarter" idx="11"/>
          </p:nvPr>
        </p:nvSpPr>
        <p:spPr/>
        <p:txBody>
          <a:bodyPr rtlCol="0"/>
          <a:lstStyle/>
          <a:p>
            <a:pPr rtl="0"/>
            <a:r>
              <a:rPr lang="tr-TR" noProof="0" dirty="0"/>
              <a:t>Alt bilgi ekleme</a:t>
            </a:r>
            <a:endParaRPr lang="tr-TR" noProof="0" dirty="0"/>
          </a:p>
        </p:txBody>
      </p:sp>
      <p:sp>
        <p:nvSpPr>
          <p:cNvPr id="5" name="Tarih Yer Tutucusu 4"/>
          <p:cNvSpPr>
            <a:spLocks noGrp="1"/>
          </p:cNvSpPr>
          <p:nvPr>
            <p:ph type="dt" sz="half" idx="10"/>
          </p:nvPr>
        </p:nvSpPr>
        <p:spPr/>
        <p:txBody>
          <a:bodyPr rtlCol="0"/>
          <a:lstStyle>
            <a:lvl1pPr>
              <a:defRPr/>
            </a:lvl1pPr>
          </a:lstStyle>
          <a:p>
            <a:fld id="{90C5B609-EC73-4CF8-A564-D90D0E54FA36}" type="datetime1">
              <a:rPr lang="tr-TR" smtClean="0"/>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Resim Yazılı Resim">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7253913" y="1109161"/>
            <a:ext cx="782404" cy="4681637"/>
          </a:xfrm>
        </p:spPr>
        <p:txBody>
          <a:bodyPr vert="vert270" lIns="45720" tIns="0" rIns="45720" rtlCol="0" anchor="t"/>
          <a:lstStyle>
            <a:lvl1pPr algn="ctr">
              <a:buNone/>
              <a:defRPr sz="2000" b="1"/>
            </a:lvl1pPr>
          </a:lstStyle>
          <a:p>
            <a:pPr rtl="0"/>
            <a:r>
              <a:rPr lang="tr-TR" noProof="0"/>
              <a:t>Asıl başlık stili için tıklatın</a:t>
            </a:r>
            <a:endParaRPr lang="tr-TR" noProof="0" dirty="0"/>
          </a:p>
        </p:txBody>
      </p:sp>
      <p:sp>
        <p:nvSpPr>
          <p:cNvPr id="3" name="Resim Yer Tutucusu 2" descr="Resim eklemek için boş yer tutucu. Yer tutucuya tıklayın ve eklemek istediğiniz resmi seçin"/>
          <p:cNvSpPr>
            <a:spLocks noGrp="1"/>
          </p:cNvSpPr>
          <p:nvPr>
            <p:ph type="pic" idx="1" hasCustomPrompt="1"/>
          </p:nvPr>
        </p:nvSpPr>
        <p:spPr>
          <a:xfrm>
            <a:off x="538228" y="1143000"/>
            <a:ext cx="6096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rtlCol="0"/>
          <a:lstStyle>
            <a:lvl1pPr marL="0" indent="0">
              <a:buNone/>
              <a:defRPr sz="3200"/>
            </a:lvl1pPr>
          </a:lstStyle>
          <a:p>
            <a:pPr rtl="0"/>
            <a:r>
              <a:rPr lang="tr-TR" noProof="0"/>
              <a:t>Resim eklemek için simgeyi tıklatın</a:t>
            </a:r>
            <a:endParaRPr kumimoji="0" lang="tr-TR" noProof="0" dirty="0"/>
          </a:p>
        </p:txBody>
      </p:sp>
      <p:sp>
        <p:nvSpPr>
          <p:cNvPr id="4" name="Metin Yer Tutucusu 3"/>
          <p:cNvSpPr>
            <a:spLocks noGrp="1"/>
          </p:cNvSpPr>
          <p:nvPr>
            <p:ph type="body" sz="half" idx="2" hasCustomPrompt="1"/>
          </p:nvPr>
        </p:nvSpPr>
        <p:spPr>
          <a:xfrm>
            <a:off x="8117924" y="3274309"/>
            <a:ext cx="3454400" cy="2516489"/>
          </a:xfrm>
        </p:spPr>
        <p:txBody>
          <a:bodyPr lIns="0" tIns="0" rIns="45720" rtlCol="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rtl="0" eaLnBrk="1" latinLnBrk="0" hangingPunct="1"/>
            <a:r>
              <a:rPr lang="tr-TR" noProof="0"/>
              <a:t>Asıl metin stillerini düzenle</a:t>
            </a:r>
            <a:endParaRPr lang="tr-TR" noProof="0"/>
          </a:p>
        </p:txBody>
      </p:sp>
      <p:sp>
        <p:nvSpPr>
          <p:cNvPr id="6" name="Alt Bilgi Yer Tutucusu 5"/>
          <p:cNvSpPr>
            <a:spLocks noGrp="1"/>
          </p:cNvSpPr>
          <p:nvPr>
            <p:ph type="ftr" sz="quarter" idx="11"/>
          </p:nvPr>
        </p:nvSpPr>
        <p:spPr/>
        <p:txBody>
          <a:bodyPr rtlCol="0"/>
          <a:lstStyle/>
          <a:p>
            <a:pPr rtl="0"/>
            <a:r>
              <a:rPr lang="tr-TR" noProof="0" dirty="0"/>
              <a:t>Alt bilgi ekleme</a:t>
            </a:r>
            <a:endParaRPr lang="tr-TR" noProof="0" dirty="0"/>
          </a:p>
        </p:txBody>
      </p:sp>
      <p:sp>
        <p:nvSpPr>
          <p:cNvPr id="5" name="Tarih Yer Tutucusu 4"/>
          <p:cNvSpPr>
            <a:spLocks noGrp="1"/>
          </p:cNvSpPr>
          <p:nvPr>
            <p:ph type="dt" sz="half" idx="10"/>
          </p:nvPr>
        </p:nvSpPr>
        <p:spPr/>
        <p:txBody>
          <a:bodyPr rtlCol="0"/>
          <a:lstStyle>
            <a:lvl1pPr>
              <a:defRPr/>
            </a:lvl1pPr>
          </a:lstStyle>
          <a:p>
            <a:fld id="{D85D7756-B745-4648-9348-5BA7D8FC560E}" type="datetime1">
              <a:rPr lang="tr-TR" smtClean="0"/>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p:cNvSpPr>
            <a:spLocks noGrp="1"/>
          </p:cNvSpPr>
          <p:nvPr>
            <p:ph type="title" hasCustomPrompt="1"/>
          </p:nvPr>
        </p:nvSpPr>
        <p:spPr/>
        <p:txBody>
          <a:bodyPr rtlCol="0"/>
          <a:lstStyle/>
          <a:p>
            <a:pPr rtl="0"/>
            <a:r>
              <a:rPr lang="tr-TR" noProof="0"/>
              <a:t>Asıl başlık stili için tıklatın</a:t>
            </a:r>
            <a:endParaRPr lang="tr-TR" noProof="0" dirty="0"/>
          </a:p>
        </p:txBody>
      </p:sp>
      <p:sp>
        <p:nvSpPr>
          <p:cNvPr id="3" name="Dikey Metin Yer Tutucusu 2"/>
          <p:cNvSpPr>
            <a:spLocks noGrp="1"/>
          </p:cNvSpPr>
          <p:nvPr>
            <p:ph type="body" orient="vert" idx="1" hasCustomPrompt="1"/>
          </p:nvPr>
        </p:nvSpPr>
        <p:spPr/>
        <p:txBody>
          <a:bodyPr vert="eaVert" rtlCol="0"/>
          <a:lstStyle>
            <a:lvl1pPr>
              <a:defRPr/>
            </a:lvl1pPr>
            <a:lvl5pPr>
              <a:defRPr/>
            </a:lvl5pPr>
          </a:lstStyle>
          <a:p>
            <a:pPr lvl="0" rtl="0" eaLnBrk="1" latinLnBrk="0" hangingPunct="1"/>
            <a:r>
              <a:rPr lang="tr-TR" noProof="0"/>
              <a:t>Asıl metin stillerini düzenle</a:t>
            </a:r>
            <a:endParaRPr lang="tr-TR" noProof="0"/>
          </a:p>
          <a:p>
            <a:pPr lvl="1" rtl="0" eaLnBrk="1" latinLnBrk="0" hangingPunct="1"/>
            <a:r>
              <a:rPr lang="tr-TR" noProof="0"/>
              <a:t>İkinci düzey</a:t>
            </a:r>
            <a:endParaRPr lang="tr-TR" noProof="0"/>
          </a:p>
          <a:p>
            <a:pPr lvl="2" rtl="0" eaLnBrk="1" latinLnBrk="0" hangingPunct="1"/>
            <a:r>
              <a:rPr lang="tr-TR" noProof="0"/>
              <a:t>Üçüncü düzey</a:t>
            </a:r>
            <a:endParaRPr lang="tr-TR" noProof="0"/>
          </a:p>
          <a:p>
            <a:pPr lvl="3" rtl="0" eaLnBrk="1" latinLnBrk="0" hangingPunct="1"/>
            <a:r>
              <a:rPr lang="tr-TR" noProof="0"/>
              <a:t>Dördüncü düzey</a:t>
            </a:r>
            <a:endParaRPr lang="tr-TR" noProof="0"/>
          </a:p>
          <a:p>
            <a:pPr lvl="4" rtl="0" eaLnBrk="1" latinLnBrk="0" hangingPunct="1"/>
            <a:r>
              <a:rPr lang="tr-TR" noProof="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endParaRPr lang="tr-TR" noProof="0" dirty="0"/>
          </a:p>
        </p:txBody>
      </p:sp>
      <p:sp>
        <p:nvSpPr>
          <p:cNvPr id="4" name="Tarih Yer Tutucusu 3"/>
          <p:cNvSpPr>
            <a:spLocks noGrp="1"/>
          </p:cNvSpPr>
          <p:nvPr>
            <p:ph type="dt" sz="half" idx="10"/>
          </p:nvPr>
        </p:nvSpPr>
        <p:spPr/>
        <p:txBody>
          <a:bodyPr rtlCol="0"/>
          <a:lstStyle>
            <a:lvl1pPr>
              <a:defRPr/>
            </a:lvl1pPr>
          </a:lstStyle>
          <a:p>
            <a:fld id="{443DEEBB-C631-4BE4-9EB9-151005B5892D}" type="datetime1">
              <a:rPr lang="tr-TR" smtClean="0"/>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hasCustomPrompt="1"/>
          </p:nvPr>
        </p:nvSpPr>
        <p:spPr>
          <a:xfrm>
            <a:off x="9042400" y="1143000"/>
            <a:ext cx="2540000" cy="5448300"/>
          </a:xfrm>
        </p:spPr>
        <p:txBody>
          <a:bodyPr vert="eaVert" rtlCol="0"/>
          <a:lstStyle>
            <a:lvl1pPr>
              <a:defRPr/>
            </a:lvl1pPr>
          </a:lstStyle>
          <a:p>
            <a:pPr rtl="0"/>
            <a:r>
              <a:rPr lang="tr-TR" noProof="0" dirty="0"/>
              <a:t>Asıl başlık stilini düzenle</a:t>
            </a:r>
            <a:endParaRPr lang="tr-TR" noProof="0" dirty="0"/>
          </a:p>
        </p:txBody>
      </p:sp>
      <p:sp>
        <p:nvSpPr>
          <p:cNvPr id="3" name="Dikey Metin Yer Tutucusu 2"/>
          <p:cNvSpPr>
            <a:spLocks noGrp="1"/>
          </p:cNvSpPr>
          <p:nvPr>
            <p:ph type="body" orient="vert" idx="1" hasCustomPrompt="1"/>
          </p:nvPr>
        </p:nvSpPr>
        <p:spPr>
          <a:xfrm>
            <a:off x="609600" y="1143000"/>
            <a:ext cx="8331200" cy="5448300"/>
          </a:xfrm>
        </p:spPr>
        <p:txBody>
          <a:bodyPr vert="eaVert" rtlCol="0"/>
          <a:lstStyle>
            <a:lvl5pPr>
              <a:defRPr/>
            </a:lvl5pPr>
          </a:lstStyle>
          <a:p>
            <a:pPr lvl="0" rtl="0" eaLnBrk="1" latinLnBrk="0" hangingPunct="1"/>
            <a:r>
              <a:rPr lang="tr-TR" noProof="0" dirty="0"/>
              <a:t>Asıl metin stillerini düzenlemek için tıklayın</a:t>
            </a:r>
            <a:endParaRPr lang="tr-TR" noProof="0" dirty="0"/>
          </a:p>
          <a:p>
            <a:pPr lvl="1" rtl="0" eaLnBrk="1" latinLnBrk="0" hangingPunct="1"/>
            <a:r>
              <a:rPr lang="tr-TR" noProof="0" dirty="0"/>
              <a:t>İkinci düzey</a:t>
            </a:r>
            <a:endParaRPr lang="tr-TR" noProof="0" dirty="0"/>
          </a:p>
          <a:p>
            <a:pPr lvl="2" rtl="0" eaLnBrk="1" latinLnBrk="0" hangingPunct="1"/>
            <a:r>
              <a:rPr lang="tr-TR" noProof="0" dirty="0"/>
              <a:t>Üçüncü düzey</a:t>
            </a:r>
            <a:endParaRPr lang="tr-TR" noProof="0" dirty="0"/>
          </a:p>
          <a:p>
            <a:pPr lvl="3" rtl="0" eaLnBrk="1" latinLnBrk="0" hangingPunct="1"/>
            <a:r>
              <a:rPr lang="tr-TR" noProof="0" dirty="0"/>
              <a:t>Dördüncü düzey</a:t>
            </a:r>
            <a:endParaRPr lang="tr-TR" noProof="0" dirty="0"/>
          </a:p>
          <a:p>
            <a:pPr lvl="4" rtl="0" eaLnBrk="1" latinLnBrk="0" hangingPunct="1"/>
            <a:r>
              <a:rPr lang="tr-TR" noProof="0" dirty="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endParaRPr lang="tr-TR" noProof="0" dirty="0"/>
          </a:p>
        </p:txBody>
      </p:sp>
      <p:sp>
        <p:nvSpPr>
          <p:cNvPr id="4" name="Tarih Yer Tutucusu 3"/>
          <p:cNvSpPr>
            <a:spLocks noGrp="1"/>
          </p:cNvSpPr>
          <p:nvPr>
            <p:ph type="dt" sz="half" idx="10"/>
          </p:nvPr>
        </p:nvSpPr>
        <p:spPr/>
        <p:txBody>
          <a:bodyPr rtlCol="0"/>
          <a:lstStyle>
            <a:lvl1pPr>
              <a:defRPr/>
            </a:lvl1pPr>
          </a:lstStyle>
          <a:p>
            <a:fld id="{C76B82DB-6D5C-486A-98D3-E008B7673553}" type="datetime1">
              <a:rPr lang="tr-TR" smtClean="0"/>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Dikdörtgen 27"/>
          <p:cNvSpPr/>
          <p:nvPr/>
        </p:nvSpPr>
        <p:spPr>
          <a:xfrm>
            <a:off x="1" y="366819"/>
            <a:ext cx="12192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9" name="Dikdörtgen 28"/>
          <p:cNvSpPr/>
          <p:nvPr/>
        </p:nvSpPr>
        <p:spPr>
          <a:xfrm>
            <a:off x="0" y="-1"/>
            <a:ext cx="12192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0" name="Dikdörtgen 29"/>
          <p:cNvSpPr/>
          <p:nvPr/>
        </p:nvSpPr>
        <p:spPr>
          <a:xfrm>
            <a:off x="1" y="308277"/>
            <a:ext cx="12192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1" name="Dikdörtgen 30"/>
          <p:cNvSpPr/>
          <p:nvPr/>
        </p:nvSpPr>
        <p:spPr>
          <a:xfrm flipV="1">
            <a:off x="7213577" y="360247"/>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2" name="Dikdörtgen 31"/>
          <p:cNvSpPr/>
          <p:nvPr/>
        </p:nvSpPr>
        <p:spPr>
          <a:xfrm flipV="1">
            <a:off x="7213601" y="440113"/>
            <a:ext cx="49784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3" name="Yuvarlatılmış Dikdörtgen 32"/>
          <p:cNvSpPr/>
          <p:nvPr/>
        </p:nvSpPr>
        <p:spPr bwMode="white">
          <a:xfrm>
            <a:off x="7209785" y="497504"/>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4" name="Yuvarlatılmış Dikdörtgen 33"/>
          <p:cNvSpPr/>
          <p:nvPr/>
        </p:nvSpPr>
        <p:spPr bwMode="white">
          <a:xfrm>
            <a:off x="9831528" y="58894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5" name="Dikdörtgen 34"/>
          <p:cNvSpPr/>
          <p:nvPr/>
        </p:nvSpPr>
        <p:spPr bwMode="invGray">
          <a:xfrm>
            <a:off x="12113288" y="-2001"/>
            <a:ext cx="76835"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6" name="Dikdörtgen 35"/>
          <p:cNvSpPr/>
          <p:nvPr/>
        </p:nvSpPr>
        <p:spPr bwMode="invGray">
          <a:xfrm>
            <a:off x="12059308" y="-2001"/>
            <a:ext cx="3657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7" name="Dikdörtgen 36"/>
          <p:cNvSpPr/>
          <p:nvPr/>
        </p:nvSpPr>
        <p:spPr bwMode="invGray">
          <a:xfrm>
            <a:off x="12033904" y="-2001"/>
            <a:ext cx="12192"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8" name="Dikdörtgen 37"/>
          <p:cNvSpPr/>
          <p:nvPr/>
        </p:nvSpPr>
        <p:spPr bwMode="invGray">
          <a:xfrm>
            <a:off x="11967231" y="-2001"/>
            <a:ext cx="36576"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9" name="Dikdörtgen 38"/>
          <p:cNvSpPr/>
          <p:nvPr/>
        </p:nvSpPr>
        <p:spPr bwMode="invGray">
          <a:xfrm>
            <a:off x="11887569" y="380"/>
            <a:ext cx="73152"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40" name="Dikdörtgen 39"/>
          <p:cNvSpPr/>
          <p:nvPr/>
        </p:nvSpPr>
        <p:spPr bwMode="invGray">
          <a:xfrm>
            <a:off x="11831300" y="380"/>
            <a:ext cx="12192"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2" name="Başlık Yer Tutucusu 21"/>
          <p:cNvSpPr>
            <a:spLocks noGrp="1"/>
          </p:cNvSpPr>
          <p:nvPr>
            <p:ph type="title"/>
          </p:nvPr>
        </p:nvSpPr>
        <p:spPr>
          <a:xfrm>
            <a:off x="609600" y="1143000"/>
            <a:ext cx="10972800" cy="1066800"/>
          </a:xfrm>
          <a:prstGeom prst="rect">
            <a:avLst/>
          </a:prstGeom>
        </p:spPr>
        <p:txBody>
          <a:bodyPr vert="horz" rtlCol="0" anchor="ctr">
            <a:normAutofit/>
          </a:bodyPr>
          <a:lstStyle/>
          <a:p>
            <a:pPr rtl="0"/>
            <a:r>
              <a:rPr lang="tr-TR" noProof="0" dirty="0"/>
              <a:t>Asıl başlık stilini düzenlemek için tıklayın</a:t>
            </a:r>
            <a:endParaRPr lang="tr-TR" noProof="0" dirty="0"/>
          </a:p>
        </p:txBody>
      </p:sp>
      <p:sp>
        <p:nvSpPr>
          <p:cNvPr id="13" name="Metin Yer Tutucusu 12"/>
          <p:cNvSpPr>
            <a:spLocks noGrp="1"/>
          </p:cNvSpPr>
          <p:nvPr>
            <p:ph type="body" idx="1"/>
          </p:nvPr>
        </p:nvSpPr>
        <p:spPr>
          <a:xfrm>
            <a:off x="609600" y="2249424"/>
            <a:ext cx="10972800" cy="4325112"/>
          </a:xfrm>
          <a:prstGeom prst="rect">
            <a:avLst/>
          </a:prstGeom>
        </p:spPr>
        <p:txBody>
          <a:bodyPr vert="horz" rtlCol="0">
            <a:normAutofit/>
          </a:bodyPr>
          <a:lstStyle/>
          <a:p>
            <a:pPr lvl="0" rtl="0"/>
            <a:r>
              <a:rPr lang="tr-TR" noProof="0" dirty="0"/>
              <a:t>Asıl metin stillerini düzenle</a:t>
            </a:r>
            <a:endParaRPr lang="tr-TR" noProof="0" dirty="0"/>
          </a:p>
          <a:p>
            <a:pPr lvl="1" rtl="0"/>
            <a:r>
              <a:rPr lang="tr-TR" noProof="0" dirty="0"/>
              <a:t>İkinci düzey</a:t>
            </a:r>
            <a:endParaRPr lang="tr-TR" noProof="0" dirty="0"/>
          </a:p>
          <a:p>
            <a:pPr lvl="2" rtl="0"/>
            <a:r>
              <a:rPr lang="tr-TR" noProof="0" dirty="0"/>
              <a:t>Üçüncü düzey</a:t>
            </a:r>
            <a:endParaRPr lang="tr-TR" noProof="0" dirty="0"/>
          </a:p>
          <a:p>
            <a:pPr lvl="3" rtl="0"/>
            <a:r>
              <a:rPr lang="tr-TR" noProof="0" dirty="0"/>
              <a:t>Dördüncü düzey</a:t>
            </a:r>
            <a:endParaRPr lang="tr-TR" noProof="0" dirty="0"/>
          </a:p>
          <a:p>
            <a:pPr lvl="4" rtl="0"/>
            <a:r>
              <a:rPr lang="tr-TR" noProof="0" dirty="0"/>
              <a:t>Beşinci düzey</a:t>
            </a:r>
            <a:endParaRPr lang="tr-TR" noProof="0" dirty="0"/>
          </a:p>
        </p:txBody>
      </p:sp>
      <p:sp>
        <p:nvSpPr>
          <p:cNvPr id="3" name="Alt Bilgi Yer Tutucusu 2"/>
          <p:cNvSpPr>
            <a:spLocks noGrp="1"/>
          </p:cNvSpPr>
          <p:nvPr>
            <p:ph type="ftr" sz="quarter" idx="3"/>
          </p:nvPr>
        </p:nvSpPr>
        <p:spPr>
          <a:xfrm>
            <a:off x="7010400" y="612648"/>
            <a:ext cx="1767840" cy="457200"/>
          </a:xfrm>
          <a:prstGeom prst="rect">
            <a:avLst/>
          </a:prstGeom>
        </p:spPr>
        <p:txBody>
          <a:bodyPr vert="horz" rtlCol="0"/>
          <a:lstStyle>
            <a:lvl1pPr algn="r" eaLnBrk="1" latinLnBrk="0" hangingPunct="1">
              <a:defRPr kumimoji="0" sz="1100">
                <a:solidFill>
                  <a:schemeClr val="accent2">
                    <a:lumMod val="75000"/>
                  </a:schemeClr>
                </a:solidFill>
              </a:defRPr>
            </a:lvl1pPr>
          </a:lstStyle>
          <a:p>
            <a:pPr rtl="0"/>
            <a:r>
              <a:rPr lang="tr-TR" noProof="0" dirty="0"/>
              <a:t>Alt bilgi ekleme</a:t>
            </a:r>
            <a:endParaRPr lang="tr-TR" noProof="0" dirty="0"/>
          </a:p>
        </p:txBody>
      </p:sp>
      <p:sp>
        <p:nvSpPr>
          <p:cNvPr id="14" name="Tarih Yer Tutucusu 13"/>
          <p:cNvSpPr>
            <a:spLocks noGrp="1"/>
          </p:cNvSpPr>
          <p:nvPr>
            <p:ph type="dt" sz="half" idx="2"/>
          </p:nvPr>
        </p:nvSpPr>
        <p:spPr>
          <a:xfrm>
            <a:off x="8782048" y="612648"/>
            <a:ext cx="1276352" cy="457200"/>
          </a:xfrm>
          <a:prstGeom prst="rect">
            <a:avLst/>
          </a:prstGeom>
        </p:spPr>
        <p:txBody>
          <a:bodyPr vert="horz" rtlCol="0"/>
          <a:lstStyle>
            <a:lvl1pPr algn="l" eaLnBrk="1" latinLnBrk="0" hangingPunct="1">
              <a:defRPr kumimoji="0" sz="1100">
                <a:solidFill>
                  <a:schemeClr val="accent2">
                    <a:lumMod val="75000"/>
                  </a:schemeClr>
                </a:solidFill>
              </a:defRPr>
            </a:lvl1pPr>
          </a:lstStyle>
          <a:p>
            <a:fld id="{8A9E5AA4-4083-47B0-96D9-3464BE7D917D}" type="datetime1">
              <a:rPr lang="tr-TR" smtClean="0"/>
            </a:fld>
            <a:endParaRPr lang="tr-TR" dirty="0"/>
          </a:p>
        </p:txBody>
      </p:sp>
      <p:sp>
        <p:nvSpPr>
          <p:cNvPr id="23" name="Slayt Numarası Yer Tutucusu 22"/>
          <p:cNvSpPr>
            <a:spLocks noGrp="1"/>
          </p:cNvSpPr>
          <p:nvPr>
            <p:ph type="sldNum" sz="quarter" idx="4"/>
          </p:nvPr>
        </p:nvSpPr>
        <p:spPr>
          <a:xfrm>
            <a:off x="10899648" y="2272"/>
            <a:ext cx="1016000" cy="365760"/>
          </a:xfrm>
          <a:prstGeom prst="rect">
            <a:avLst/>
          </a:prstGeom>
        </p:spPr>
        <p:txBody>
          <a:bodyPr vert="horz" rtlCol="0" anchor="b"/>
          <a:lstStyle>
            <a:lvl1pPr algn="r" eaLnBrk="1" latinLnBrk="0" hangingPunct="1">
              <a:defRPr kumimoji="0" sz="1800">
                <a:solidFill>
                  <a:srgbClr val="FFFFFF"/>
                </a:solidFill>
              </a:defRPr>
            </a:lvl1pPr>
          </a:lstStyle>
          <a:p>
            <a:pPr rtl="0"/>
            <a:fld id="{401CF334-2D5C-4859-84A6-CA7E6E43FAEB}" type="slidenum">
              <a:rPr lang="tr-TR" noProof="0" smtClean="0"/>
            </a:fld>
            <a:endParaRPr lang="tr-TR" noProof="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5905" algn="l" rtl="0" eaLnBrk="1" latinLnBrk="0" hangingPunct="1">
        <a:spcBef>
          <a:spcPts val="300"/>
        </a:spcBef>
        <a:buClr>
          <a:schemeClr val="accent3">
            <a:lumMod val="75000"/>
          </a:schemeClr>
        </a:buClr>
        <a:buFont typeface="Georgia" panose="02040502050405020303"/>
        <a:buChar char="•"/>
        <a:defRPr kumimoji="0" sz="2800" kern="1200">
          <a:solidFill>
            <a:schemeClr val="tx2"/>
          </a:solidFill>
          <a:latin typeface="+mn-lt"/>
          <a:ea typeface="+mn-ea"/>
          <a:cs typeface="+mn-cs"/>
        </a:defRPr>
      </a:lvl1pPr>
      <a:lvl2pPr marL="658495" indent="-247015" algn="l" rtl="0" eaLnBrk="1" latinLnBrk="0" hangingPunct="1">
        <a:spcBef>
          <a:spcPts val="300"/>
        </a:spcBef>
        <a:buClr>
          <a:schemeClr val="accent2">
            <a:lumMod val="75000"/>
          </a:schemeClr>
        </a:buClr>
        <a:buFont typeface="Georgia" panose="02040502050405020303"/>
        <a:buChar char="▫"/>
        <a:defRPr kumimoji="0" sz="2600" kern="1200">
          <a:solidFill>
            <a:schemeClr val="tx2"/>
          </a:solidFill>
          <a:latin typeface="+mn-lt"/>
          <a:ea typeface="+mn-ea"/>
          <a:cs typeface="+mn-cs"/>
        </a:defRPr>
      </a:lvl2pPr>
      <a:lvl3pPr marL="923290" indent="-219710" algn="l" rtl="0" eaLnBrk="1" latinLnBrk="0" hangingPunct="1">
        <a:spcBef>
          <a:spcPts val="300"/>
        </a:spcBef>
        <a:buClr>
          <a:schemeClr val="accent1">
            <a:lumMod val="50000"/>
          </a:schemeClr>
        </a:buClr>
        <a:buFont typeface="Wingdings 2" panose="05020102010507070707" pitchFamily="18" charset="2"/>
        <a:buChar char=""/>
        <a:defRPr kumimoji="0" sz="2400" kern="1200">
          <a:solidFill>
            <a:schemeClr val="tx2"/>
          </a:solidFill>
          <a:latin typeface="+mn-lt"/>
          <a:ea typeface="+mn-ea"/>
          <a:cs typeface="+mn-cs"/>
        </a:defRPr>
      </a:lvl3pPr>
      <a:lvl4pPr marL="1179830" indent="-201295" algn="l" rtl="0" eaLnBrk="1" latinLnBrk="0" hangingPunct="1">
        <a:spcBef>
          <a:spcPts val="300"/>
        </a:spcBef>
        <a:buClr>
          <a:schemeClr val="accent1">
            <a:lumMod val="50000"/>
          </a:schemeClr>
        </a:buClr>
        <a:buFont typeface="Wingdings 2" panose="05020102010507070707" pitchFamily="18" charset="2"/>
        <a:buChar char=""/>
        <a:defRPr kumimoji="0" sz="2200" kern="1200">
          <a:solidFill>
            <a:schemeClr val="tx2"/>
          </a:solidFill>
          <a:latin typeface="+mn-lt"/>
          <a:ea typeface="+mn-ea"/>
          <a:cs typeface="+mn-cs"/>
        </a:defRPr>
      </a:lvl4pPr>
      <a:lvl5pPr marL="1390015" indent="-182880" algn="l" rtl="0" eaLnBrk="1" latinLnBrk="0" hangingPunct="1">
        <a:spcBef>
          <a:spcPts val="300"/>
        </a:spcBef>
        <a:buClr>
          <a:schemeClr val="accent1">
            <a:lumMod val="50000"/>
          </a:schemeClr>
        </a:buClr>
        <a:buFont typeface="Wingdings 2" panose="05020102010507070707" pitchFamily="18" charset="2"/>
        <a:buChar char=""/>
        <a:defRPr kumimoji="0" sz="2000" kern="1200">
          <a:solidFill>
            <a:schemeClr val="tx2"/>
          </a:solidFill>
          <a:latin typeface="+mn-lt"/>
          <a:ea typeface="+mn-ea"/>
          <a:cs typeface="+mn-cs"/>
        </a:defRPr>
      </a:lvl5pPr>
      <a:lvl6pPr marL="1609090" indent="-182880" algn="l" rtl="0" eaLnBrk="1" latinLnBrk="0" hangingPunct="1">
        <a:spcBef>
          <a:spcPts val="300"/>
        </a:spcBef>
        <a:buClr>
          <a:schemeClr val="accent1">
            <a:lumMod val="50000"/>
          </a:schemeClr>
        </a:buClr>
        <a:buFont typeface="Wingdings 2" panose="05020102010507070707" pitchFamily="18" charset="2"/>
        <a:buChar char=""/>
        <a:defRPr kumimoji="0" sz="1800" kern="1200">
          <a:solidFill>
            <a:schemeClr val="tx2"/>
          </a:solidFill>
          <a:latin typeface="+mn-lt"/>
          <a:ea typeface="+mn-ea"/>
          <a:cs typeface="+mn-cs"/>
        </a:defRPr>
      </a:lvl6pPr>
      <a:lvl7pPr marL="1828800" indent="-182880" algn="l" rtl="0" eaLnBrk="1" latinLnBrk="0" hangingPunct="1">
        <a:spcBef>
          <a:spcPts val="300"/>
        </a:spcBef>
        <a:buClr>
          <a:schemeClr val="accent1">
            <a:lumMod val="50000"/>
          </a:schemeClr>
        </a:buClr>
        <a:buFont typeface="Wingdings 2" panose="05020102010507070707" pitchFamily="18" charset="2"/>
        <a:buChar char=""/>
        <a:defRPr kumimoji="0" sz="1600" kern="1200">
          <a:solidFill>
            <a:schemeClr val="tx2"/>
          </a:solidFill>
          <a:latin typeface="+mn-lt"/>
          <a:ea typeface="+mn-ea"/>
          <a:cs typeface="+mn-cs"/>
        </a:defRPr>
      </a:lvl7pPr>
      <a:lvl8pPr marL="2030095" indent="-182880" algn="l" rtl="0" eaLnBrk="1" latinLnBrk="0" hangingPunct="1">
        <a:spcBef>
          <a:spcPts val="300"/>
        </a:spcBef>
        <a:buClr>
          <a:schemeClr val="accent1">
            <a:lumMod val="50000"/>
          </a:schemeClr>
        </a:buClr>
        <a:buFont typeface="Wingdings 2" panose="05020102010507070707" pitchFamily="18" charset="2"/>
        <a:buChar char=""/>
        <a:defRPr kumimoji="0" sz="1500" kern="1200">
          <a:solidFill>
            <a:schemeClr val="tx2"/>
          </a:solidFill>
          <a:latin typeface="+mn-lt"/>
          <a:ea typeface="+mn-ea"/>
          <a:cs typeface="+mn-cs"/>
        </a:defRPr>
      </a:lvl8pPr>
      <a:lvl9pPr marL="2240280" indent="-182880" algn="l" rtl="0" eaLnBrk="1" latinLnBrk="0" hangingPunct="1">
        <a:spcBef>
          <a:spcPts val="300"/>
        </a:spcBef>
        <a:buClr>
          <a:schemeClr val="accent1">
            <a:lumMod val="50000"/>
          </a:schemeClr>
        </a:buClr>
        <a:buFont typeface="Wingdings 2" panose="05020102010507070707" pitchFamily="18" charset="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jpeg"/><Relationship Id="rId1" Type="http://schemas.openxmlformats.org/officeDocument/2006/relationships/image" Target="../media/image8.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p:txBody>
          <a:bodyPr rtlCol="0"/>
          <a:lstStyle/>
          <a:p>
            <a:pPr rtl="0"/>
            <a:r>
              <a:rPr lang="tr-TR" dirty="0"/>
              <a:t>PARALEL HESAPLAMA</a:t>
            </a:r>
            <a:endParaRPr lang="tr-TR" dirty="0"/>
          </a:p>
        </p:txBody>
      </p:sp>
      <p:sp>
        <p:nvSpPr>
          <p:cNvPr id="3" name="Alt Başlık 2"/>
          <p:cNvSpPr>
            <a:spLocks noGrp="1"/>
          </p:cNvSpPr>
          <p:nvPr>
            <p:ph type="subTitle" idx="1"/>
          </p:nvPr>
        </p:nvSpPr>
        <p:spPr/>
        <p:txBody>
          <a:bodyPr rtlCol="0"/>
          <a:lstStyle/>
          <a:p>
            <a:pPr rtl="0"/>
            <a:r>
              <a:rPr lang="tr-TR" dirty="0" err="1"/>
              <a:t>Öğr</a:t>
            </a:r>
            <a:r>
              <a:rPr lang="tr-TR" dirty="0"/>
              <a:t>. Gör. Zafer SERİN</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Neden </a:t>
            </a:r>
            <a:r>
              <a:rPr lang="tr-TR" dirty="0" err="1"/>
              <a:t>GPU'ya</a:t>
            </a:r>
            <a:r>
              <a:rPr lang="tr-TR" dirty="0"/>
              <a:t> İhtiyacımız Var?</a:t>
            </a:r>
            <a:endParaRPr lang="tr-TR" dirty="0"/>
          </a:p>
        </p:txBody>
      </p:sp>
      <p:sp>
        <p:nvSpPr>
          <p:cNvPr id="3" name="İçerik Yer Tutucusu 2"/>
          <p:cNvSpPr>
            <a:spLocks noGrp="1"/>
          </p:cNvSpPr>
          <p:nvPr>
            <p:ph idx="1"/>
          </p:nvPr>
        </p:nvSpPr>
        <p:spPr/>
        <p:txBody>
          <a:bodyPr/>
          <a:lstStyle/>
          <a:p>
            <a:r>
              <a:rPr lang="tr-TR" dirty="0"/>
              <a:t>CPU hızları fiziksel limitlerden dolayı artık sınıra dayanmıştır.</a:t>
            </a:r>
            <a:endParaRPr lang="tr-TR" dirty="0"/>
          </a:p>
          <a:p>
            <a:r>
              <a:rPr lang="tr-TR" dirty="0"/>
              <a:t>Video, yapay zeka ve simülasyon gibi alanlarda kullanılan veri miktarı çok fazladır ve CPU bu yükün altından kalkamaz. CPU bir işi çok hızlı yapabilir ama çok fazla işi çok hızlı yapamaz. Tasarım prensibi gereği hesaplamaya değil karar vermeye odaklı bir yapısı vardır.</a:t>
            </a:r>
            <a:endParaRPr lang="tr-TR" dirty="0"/>
          </a:p>
          <a:p>
            <a:r>
              <a:rPr lang="tr-TR" dirty="0"/>
              <a:t>Bunlara çözüm olarak daha hızlı birimler değil daha çok işlem yapan birimler kullanılması gerekti ve </a:t>
            </a:r>
            <a:r>
              <a:rPr lang="tr-TR" dirty="0" err="1"/>
              <a:t>GPU’lar</a:t>
            </a:r>
            <a:r>
              <a:rPr lang="tr-TR" dirty="0"/>
              <a:t> etkin bir şekilde kullanılmaya başladı.</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CPU ve GPU Arasındaki Temel Fark</a:t>
            </a:r>
            <a:endParaRPr lang="tr-TR" dirty="0"/>
          </a:p>
        </p:txBody>
      </p:sp>
      <p:sp>
        <p:nvSpPr>
          <p:cNvPr id="3" name="İçerik Yer Tutucusu 2"/>
          <p:cNvSpPr>
            <a:spLocks noGrp="1"/>
          </p:cNvSpPr>
          <p:nvPr>
            <p:ph idx="1"/>
          </p:nvPr>
        </p:nvSpPr>
        <p:spPr/>
        <p:txBody>
          <a:bodyPr/>
          <a:lstStyle/>
          <a:p>
            <a:r>
              <a:rPr lang="tr-TR" b="1" dirty="0"/>
              <a:t>CPU (Yönetici):</a:t>
            </a:r>
            <a:r>
              <a:rPr lang="tr-TR" dirty="0"/>
              <a:t> CPU içerisinde az sayıda çok akıllı çekirdek bulunur. Bu çekirdekler işletim sistemini yönetir ve karar vermeyi sağlar.</a:t>
            </a:r>
            <a:endParaRPr lang="tr-TR" dirty="0"/>
          </a:p>
          <a:p>
            <a:r>
              <a:rPr lang="tr-TR" b="1" dirty="0"/>
              <a:t>GPU (İşçi Ordusu): </a:t>
            </a:r>
            <a:r>
              <a:rPr lang="tr-TR" dirty="0"/>
              <a:t> GPU içerisinde binlerce basit çekirdek bulunur. Bu çekirdekler soru sormadan sadece hesaplama yapar.</a:t>
            </a:r>
            <a:endParaRPr lang="tr-TR" dirty="0"/>
          </a:p>
        </p:txBody>
      </p:sp>
      <p:pic>
        <p:nvPicPr>
          <p:cNvPr id="6" name="Resim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929062" y="4037634"/>
            <a:ext cx="4333875" cy="2536902"/>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CPU ve GPU Arasındaki Temel Fark</a:t>
            </a:r>
            <a:endParaRPr lang="tr-TR" dirty="0"/>
          </a:p>
        </p:txBody>
      </p:sp>
      <p:graphicFrame>
        <p:nvGraphicFramePr>
          <p:cNvPr id="4" name="İçerik Yer Tutucusu 3"/>
          <p:cNvGraphicFramePr>
            <a:graphicFrameLocks noGrp="1"/>
          </p:cNvGraphicFramePr>
          <p:nvPr>
            <p:ph idx="1"/>
          </p:nvPr>
        </p:nvGraphicFramePr>
        <p:xfrm>
          <a:off x="609600" y="2249488"/>
          <a:ext cx="10972800" cy="3200400"/>
        </p:xfrm>
        <a:graphic>
          <a:graphicData uri="http://schemas.openxmlformats.org/drawingml/2006/table">
            <a:tbl>
              <a:tblPr firstRow="1" bandRow="1">
                <a:tableStyleId>{3B4B98B0-60AC-42C2-AFA5-B58CD77FA1E5}</a:tableStyleId>
              </a:tblPr>
              <a:tblGrid>
                <a:gridCol w="2194560"/>
                <a:gridCol w="2194560"/>
                <a:gridCol w="2194560"/>
                <a:gridCol w="2194560"/>
                <a:gridCol w="2194560"/>
              </a:tblGrid>
              <a:tr h="370840">
                <a:tc>
                  <a:txBody>
                    <a:bodyPr/>
                    <a:lstStyle/>
                    <a:p>
                      <a:pPr algn="ctr"/>
                      <a:r>
                        <a:rPr lang="tr-TR" dirty="0"/>
                        <a:t>Donanım</a:t>
                      </a:r>
                      <a:endParaRPr lang="tr-TR" dirty="0"/>
                    </a:p>
                    <a:p>
                      <a:pPr algn="ctr"/>
                      <a:r>
                        <a:rPr lang="tr-TR" dirty="0"/>
                        <a:t>Türü</a:t>
                      </a:r>
                      <a:endParaRPr lang="tr-TR" dirty="0"/>
                    </a:p>
                  </a:txBody>
                  <a:tcPr anchor="ctr"/>
                </a:tc>
                <a:tc>
                  <a:txBody>
                    <a:bodyPr/>
                    <a:lstStyle/>
                    <a:p>
                      <a:pPr algn="ctr"/>
                      <a:r>
                        <a:rPr lang="tr-TR" dirty="0"/>
                        <a:t>Üretici &amp; Model</a:t>
                      </a:r>
                      <a:endParaRPr lang="tr-TR" dirty="0"/>
                    </a:p>
                  </a:txBody>
                  <a:tcPr anchor="ctr"/>
                </a:tc>
                <a:tc>
                  <a:txBody>
                    <a:bodyPr/>
                    <a:lstStyle/>
                    <a:p>
                      <a:pPr algn="ctr"/>
                      <a:r>
                        <a:rPr lang="tr-TR" dirty="0"/>
                        <a:t>Mimari</a:t>
                      </a:r>
                      <a:endParaRPr lang="tr-TR" dirty="0"/>
                    </a:p>
                  </a:txBody>
                  <a:tcPr anchor="ctr"/>
                </a:tc>
                <a:tc>
                  <a:txBody>
                    <a:bodyPr/>
                    <a:lstStyle/>
                    <a:p>
                      <a:pPr algn="ctr"/>
                      <a:r>
                        <a:rPr lang="tr-TR" dirty="0"/>
                        <a:t>Çekirdek Sayısı</a:t>
                      </a:r>
                      <a:endParaRPr lang="tr-TR" dirty="0"/>
                    </a:p>
                    <a:p>
                      <a:pPr algn="ctr"/>
                      <a:r>
                        <a:rPr lang="tr-TR" dirty="0"/>
                        <a:t>(</a:t>
                      </a:r>
                      <a:r>
                        <a:rPr lang="tr-TR" dirty="0" err="1"/>
                        <a:t>Core</a:t>
                      </a:r>
                      <a:r>
                        <a:rPr lang="tr-TR" dirty="0"/>
                        <a:t> </a:t>
                      </a:r>
                      <a:r>
                        <a:rPr lang="tr-TR" dirty="0" err="1"/>
                        <a:t>Count</a:t>
                      </a:r>
                      <a:r>
                        <a:rPr lang="tr-TR" dirty="0"/>
                        <a:t>)</a:t>
                      </a:r>
                      <a:endParaRPr lang="tr-TR" dirty="0"/>
                    </a:p>
                  </a:txBody>
                  <a:tcPr anchor="ctr"/>
                </a:tc>
                <a:tc>
                  <a:txBody>
                    <a:bodyPr/>
                    <a:lstStyle/>
                    <a:p>
                      <a:pPr algn="ctr"/>
                      <a:r>
                        <a:rPr lang="tr-TR" dirty="0"/>
                        <a:t>Detay / İş parçacığı</a:t>
                      </a:r>
                      <a:endParaRPr lang="tr-TR" dirty="0"/>
                    </a:p>
                  </a:txBody>
                  <a:tcPr anchor="ctr"/>
                </a:tc>
              </a:tr>
              <a:tr h="370840">
                <a:tc>
                  <a:txBody>
                    <a:bodyPr/>
                    <a:lstStyle/>
                    <a:p>
                      <a:pPr algn="ctr"/>
                      <a:r>
                        <a:rPr lang="tr-TR" dirty="0"/>
                        <a:t>GPU</a:t>
                      </a:r>
                      <a:endParaRPr lang="tr-TR" dirty="0"/>
                    </a:p>
                  </a:txBody>
                  <a:tcPr anchor="ctr"/>
                </a:tc>
                <a:tc>
                  <a:txBody>
                    <a:bodyPr/>
                    <a:lstStyle/>
                    <a:p>
                      <a:pPr algn="ctr"/>
                      <a:r>
                        <a:rPr lang="tr-TR" dirty="0"/>
                        <a:t>NVIDIA </a:t>
                      </a:r>
                      <a:r>
                        <a:rPr lang="tr-TR" dirty="0" err="1"/>
                        <a:t>GeForce</a:t>
                      </a:r>
                      <a:endParaRPr lang="tr-TR" dirty="0"/>
                    </a:p>
                    <a:p>
                      <a:pPr algn="ctr"/>
                      <a:r>
                        <a:rPr lang="tr-TR" dirty="0"/>
                        <a:t>RTX 5090</a:t>
                      </a:r>
                      <a:endParaRPr lang="tr-TR" dirty="0"/>
                    </a:p>
                  </a:txBody>
                  <a:tcPr anchor="ctr"/>
                </a:tc>
                <a:tc>
                  <a:txBody>
                    <a:bodyPr/>
                    <a:lstStyle/>
                    <a:p>
                      <a:pPr algn="ctr"/>
                      <a:r>
                        <a:rPr lang="tr-TR" dirty="0"/>
                        <a:t>Blackwell</a:t>
                      </a:r>
                      <a:endParaRPr lang="tr-TR" dirty="0"/>
                    </a:p>
                  </a:txBody>
                  <a:tcPr anchor="ctr"/>
                </a:tc>
                <a:tc>
                  <a:txBody>
                    <a:bodyPr/>
                    <a:lstStyle/>
                    <a:p>
                      <a:pPr algn="ctr"/>
                      <a:r>
                        <a:rPr lang="tr-TR" dirty="0"/>
                        <a:t>21760 CUDA Çekirdeği</a:t>
                      </a:r>
                      <a:endParaRPr lang="tr-TR" dirty="0"/>
                    </a:p>
                  </a:txBody>
                  <a:tcPr anchor="ctr"/>
                </a:tc>
                <a:tc>
                  <a:txBody>
                    <a:bodyPr/>
                    <a:lstStyle/>
                    <a:p>
                      <a:pPr algn="ctr"/>
                      <a:r>
                        <a:rPr lang="tr-TR" dirty="0"/>
                        <a:t>32 GB GDDR7 Bellek</a:t>
                      </a:r>
                      <a:endParaRPr lang="tr-TR" dirty="0"/>
                    </a:p>
                  </a:txBody>
                  <a:tcPr anchor="ctr"/>
                </a:tc>
              </a:tr>
              <a:tr h="370840">
                <a:tc>
                  <a:txBody>
                    <a:bodyPr/>
                    <a:lstStyle/>
                    <a:p>
                      <a:pPr algn="ctr"/>
                      <a:r>
                        <a:rPr lang="tr-TR" dirty="0"/>
                        <a:t>GPU</a:t>
                      </a:r>
                      <a:endParaRPr lang="tr-TR" dirty="0"/>
                    </a:p>
                  </a:txBody>
                  <a:tcPr anchor="ctr"/>
                </a:tc>
                <a:tc>
                  <a:txBody>
                    <a:bodyPr/>
                    <a:lstStyle/>
                    <a:p>
                      <a:pPr algn="ctr"/>
                      <a:r>
                        <a:rPr lang="tr-TR" dirty="0"/>
                        <a:t>AMD </a:t>
                      </a:r>
                      <a:r>
                        <a:rPr lang="tr-TR" dirty="0" err="1"/>
                        <a:t>Radeon</a:t>
                      </a:r>
                      <a:r>
                        <a:rPr lang="tr-TR" dirty="0"/>
                        <a:t> RX 7900 XTX</a:t>
                      </a:r>
                      <a:endParaRPr lang="tr-TR" dirty="0"/>
                    </a:p>
                  </a:txBody>
                  <a:tcPr anchor="ctr"/>
                </a:tc>
                <a:tc>
                  <a:txBody>
                    <a:bodyPr/>
                    <a:lstStyle/>
                    <a:p>
                      <a:pPr algn="ctr"/>
                      <a:r>
                        <a:rPr lang="tr-TR" dirty="0"/>
                        <a:t>RDNA 3</a:t>
                      </a:r>
                      <a:endParaRPr lang="tr-TR" dirty="0"/>
                    </a:p>
                  </a:txBody>
                  <a:tcPr anchor="ctr"/>
                </a:tc>
                <a:tc>
                  <a:txBody>
                    <a:bodyPr/>
                    <a:lstStyle/>
                    <a:p>
                      <a:pPr algn="ctr"/>
                      <a:r>
                        <a:rPr lang="tr-TR" dirty="0"/>
                        <a:t>6144 </a:t>
                      </a:r>
                      <a:r>
                        <a:rPr lang="tr-TR" dirty="0" err="1"/>
                        <a:t>Stream</a:t>
                      </a:r>
                      <a:r>
                        <a:rPr lang="tr-TR" dirty="0"/>
                        <a:t> </a:t>
                      </a:r>
                      <a:r>
                        <a:rPr lang="tr-TR" dirty="0" err="1"/>
                        <a:t>Processors</a:t>
                      </a:r>
                      <a:endParaRPr lang="tr-TR" dirty="0"/>
                    </a:p>
                  </a:txBody>
                  <a:tcPr anchor="ctr"/>
                </a:tc>
                <a:tc>
                  <a:txBody>
                    <a:bodyPr/>
                    <a:lstStyle/>
                    <a:p>
                      <a:pPr algn="ctr"/>
                      <a:r>
                        <a:rPr lang="tr-TR" dirty="0"/>
                        <a:t>24 GB GDDR6 Bellek</a:t>
                      </a:r>
                      <a:endParaRPr lang="tr-TR" dirty="0"/>
                    </a:p>
                  </a:txBody>
                  <a:tcPr anchor="ctr"/>
                </a:tc>
              </a:tr>
              <a:tr h="370840">
                <a:tc>
                  <a:txBody>
                    <a:bodyPr/>
                    <a:lstStyle/>
                    <a:p>
                      <a:pPr algn="ctr"/>
                      <a:r>
                        <a:rPr lang="tr-TR" dirty="0"/>
                        <a:t>CPU</a:t>
                      </a:r>
                      <a:endParaRPr lang="tr-TR" dirty="0"/>
                    </a:p>
                  </a:txBody>
                  <a:tcPr anchor="ctr"/>
                </a:tc>
                <a:tc>
                  <a:txBody>
                    <a:bodyPr/>
                    <a:lstStyle/>
                    <a:p>
                      <a:pPr algn="ctr"/>
                      <a:r>
                        <a:rPr lang="tr-TR" dirty="0"/>
                        <a:t>Intel </a:t>
                      </a:r>
                      <a:r>
                        <a:rPr lang="tr-TR" dirty="0" err="1"/>
                        <a:t>Core</a:t>
                      </a:r>
                      <a:r>
                        <a:rPr lang="tr-TR" dirty="0"/>
                        <a:t> Ultra 9 285K</a:t>
                      </a:r>
                      <a:endParaRPr lang="tr-TR" dirty="0"/>
                    </a:p>
                  </a:txBody>
                  <a:tcPr anchor="ctr"/>
                </a:tc>
                <a:tc>
                  <a:txBody>
                    <a:bodyPr/>
                    <a:lstStyle/>
                    <a:p>
                      <a:pPr algn="ctr"/>
                      <a:r>
                        <a:rPr lang="tr-TR" dirty="0" err="1"/>
                        <a:t>Arrow</a:t>
                      </a:r>
                      <a:r>
                        <a:rPr lang="tr-TR" dirty="0"/>
                        <a:t> Lake</a:t>
                      </a:r>
                      <a:endParaRPr lang="tr-TR" dirty="0"/>
                    </a:p>
                  </a:txBody>
                  <a:tcPr anchor="ctr"/>
                </a:tc>
                <a:tc>
                  <a:txBody>
                    <a:bodyPr/>
                    <a:lstStyle/>
                    <a:p>
                      <a:pPr algn="ctr"/>
                      <a:r>
                        <a:rPr lang="tr-TR" dirty="0"/>
                        <a:t>24 Çekirdek (8P + 16E)</a:t>
                      </a:r>
                      <a:endParaRPr lang="tr-TR" dirty="0"/>
                    </a:p>
                  </a:txBody>
                  <a:tcPr anchor="ctr"/>
                </a:tc>
                <a:tc>
                  <a:txBody>
                    <a:bodyPr/>
                    <a:lstStyle/>
                    <a:p>
                      <a:pPr algn="ctr"/>
                      <a:r>
                        <a:rPr lang="tr-TR" dirty="0"/>
                        <a:t>24 İş Parçacığı</a:t>
                      </a:r>
                      <a:endParaRPr lang="tr-TR" dirty="0"/>
                    </a:p>
                    <a:p>
                      <a:pPr algn="ctr"/>
                      <a:r>
                        <a:rPr lang="tr-TR" dirty="0"/>
                        <a:t>(</a:t>
                      </a:r>
                      <a:r>
                        <a:rPr lang="tr-TR" dirty="0" err="1"/>
                        <a:t>HyperThreading</a:t>
                      </a:r>
                      <a:r>
                        <a:rPr lang="tr-TR" dirty="0"/>
                        <a:t> Yok)</a:t>
                      </a:r>
                      <a:endParaRPr lang="tr-TR" dirty="0"/>
                    </a:p>
                  </a:txBody>
                  <a:tcPr anchor="ctr"/>
                </a:tc>
              </a:tr>
              <a:tr h="370840">
                <a:tc>
                  <a:txBody>
                    <a:bodyPr/>
                    <a:lstStyle/>
                    <a:p>
                      <a:pPr algn="ctr"/>
                      <a:r>
                        <a:rPr lang="tr-TR" dirty="0"/>
                        <a:t>CPU</a:t>
                      </a:r>
                      <a:endParaRPr lang="tr-TR" dirty="0"/>
                    </a:p>
                  </a:txBody>
                  <a:tcPr anchor="ctr"/>
                </a:tc>
                <a:tc>
                  <a:txBody>
                    <a:bodyPr/>
                    <a:lstStyle/>
                    <a:p>
                      <a:pPr algn="ctr"/>
                      <a:r>
                        <a:rPr lang="tr-TR" dirty="0"/>
                        <a:t>AMD </a:t>
                      </a:r>
                      <a:r>
                        <a:rPr lang="tr-TR" dirty="0" err="1"/>
                        <a:t>Ryzen</a:t>
                      </a:r>
                      <a:r>
                        <a:rPr lang="tr-TR" dirty="0"/>
                        <a:t> 9 9950X</a:t>
                      </a:r>
                      <a:endParaRPr lang="tr-TR" dirty="0"/>
                    </a:p>
                  </a:txBody>
                  <a:tcPr anchor="ctr"/>
                </a:tc>
                <a:tc>
                  <a:txBody>
                    <a:bodyPr/>
                    <a:lstStyle/>
                    <a:p>
                      <a:pPr algn="ctr"/>
                      <a:r>
                        <a:rPr lang="tr-TR" dirty="0"/>
                        <a:t>Zen 5</a:t>
                      </a:r>
                      <a:endParaRPr lang="tr-TR" dirty="0"/>
                    </a:p>
                  </a:txBody>
                  <a:tcPr anchor="ctr"/>
                </a:tc>
                <a:tc>
                  <a:txBody>
                    <a:bodyPr/>
                    <a:lstStyle/>
                    <a:p>
                      <a:pPr algn="ctr"/>
                      <a:r>
                        <a:rPr lang="tr-TR" dirty="0"/>
                        <a:t>16 Çekirdek</a:t>
                      </a:r>
                      <a:endParaRPr lang="tr-TR" dirty="0"/>
                    </a:p>
                  </a:txBody>
                  <a:tcPr anchor="ctr"/>
                </a:tc>
                <a:tc>
                  <a:txBody>
                    <a:bodyPr/>
                    <a:lstStyle/>
                    <a:p>
                      <a:pPr algn="ctr"/>
                      <a:r>
                        <a:rPr lang="tr-TR" dirty="0"/>
                        <a:t>32 İş Parçacığı</a:t>
                      </a:r>
                      <a:endParaRPr lang="tr-TR" dirty="0"/>
                    </a:p>
                    <a:p>
                      <a:pPr algn="ctr"/>
                      <a:r>
                        <a:rPr lang="tr-TR" dirty="0"/>
                        <a:t>(SMT Var)</a:t>
                      </a:r>
                      <a:endParaRPr lang="tr-TR" dirty="0"/>
                    </a:p>
                  </a:txBody>
                  <a:tcPr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TPU Nedir?</a:t>
            </a:r>
            <a:endParaRPr lang="tr-TR" dirty="0"/>
          </a:p>
        </p:txBody>
      </p:sp>
      <p:sp>
        <p:nvSpPr>
          <p:cNvPr id="3" name="İçerik Yer Tutucusu 2"/>
          <p:cNvSpPr>
            <a:spLocks noGrp="1"/>
          </p:cNvSpPr>
          <p:nvPr>
            <p:ph idx="1"/>
          </p:nvPr>
        </p:nvSpPr>
        <p:spPr/>
        <p:txBody>
          <a:bodyPr/>
          <a:lstStyle/>
          <a:p>
            <a:r>
              <a:rPr lang="tr-TR" dirty="0"/>
              <a:t>TPU(</a:t>
            </a:r>
            <a:r>
              <a:rPr lang="tr-TR" dirty="0" err="1"/>
              <a:t>Tensor</a:t>
            </a:r>
            <a:r>
              <a:rPr lang="tr-TR" dirty="0"/>
              <a:t> </a:t>
            </a:r>
            <a:r>
              <a:rPr lang="tr-TR" dirty="0" err="1"/>
              <a:t>Processing</a:t>
            </a:r>
            <a:r>
              <a:rPr lang="tr-TR" dirty="0"/>
              <a:t> </a:t>
            </a:r>
            <a:r>
              <a:rPr lang="tr-TR" dirty="0" err="1"/>
              <a:t>Unit</a:t>
            </a:r>
            <a:r>
              <a:rPr lang="tr-TR" dirty="0"/>
              <a:t>), Google tarafından, sadece ve sadece Makine Öğrenmesi (Machine Learning) ve Yapay Zeka (AI) işlemleri için "sıfırdan" tasarlanmış özel bir çiptir.</a:t>
            </a:r>
            <a:endParaRPr lang="tr-TR" dirty="0"/>
          </a:p>
          <a:p>
            <a:r>
              <a:rPr lang="tr-TR" dirty="0" err="1"/>
              <a:t>GPU’lar</a:t>
            </a:r>
            <a:r>
              <a:rPr lang="tr-TR" dirty="0"/>
              <a:t> genel amaçlıdır. Bir GPU ile hem oyun oynanıp hem AI işlemleri yapılabilir. TPU ise tamamen AI tarafına(matris çarpımına) odaklanan bir çiptir.</a:t>
            </a:r>
            <a:endParaRPr lang="tr-TR" dirty="0"/>
          </a:p>
        </p:txBody>
      </p:sp>
      <p:pic>
        <p:nvPicPr>
          <p:cNvPr id="6" name="Resim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562062" y="4950843"/>
            <a:ext cx="2976770" cy="1623693"/>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GPGPU Nedir? (Genel Amaçlı Hesaplama)</a:t>
            </a:r>
            <a:endParaRPr lang="tr-TR" dirty="0"/>
          </a:p>
        </p:txBody>
      </p:sp>
      <p:sp>
        <p:nvSpPr>
          <p:cNvPr id="3" name="İçerik Yer Tutucusu 2"/>
          <p:cNvSpPr>
            <a:spLocks noGrp="1"/>
          </p:cNvSpPr>
          <p:nvPr>
            <p:ph idx="1"/>
          </p:nvPr>
        </p:nvSpPr>
        <p:spPr/>
        <p:txBody>
          <a:bodyPr/>
          <a:lstStyle/>
          <a:p>
            <a:r>
              <a:rPr lang="tr-TR" dirty="0"/>
              <a:t>Ekran kartını sadece oyun için değil, bilimsel hesaplama ve genel açamlı olarakta kullanmaktır.</a:t>
            </a:r>
            <a:endParaRPr lang="tr-TR" dirty="0"/>
          </a:p>
          <a:p>
            <a:r>
              <a:rPr lang="tr-TR" dirty="0"/>
              <a:t>Pikselleri boyamak yerine, fiziksel simülasyonlar, matematiksel işlemler vb. hesaplatılır.</a:t>
            </a:r>
            <a:endParaRPr lang="tr-TR" dirty="0"/>
          </a:p>
          <a:p>
            <a:r>
              <a:rPr lang="tr-TR" b="1" dirty="0"/>
              <a:t>Heterojen Yapı:</a:t>
            </a:r>
            <a:r>
              <a:rPr lang="tr-TR" dirty="0"/>
              <a:t> CPU (Beyin) ve GPU (Kas) birlikte çalışır.</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Host ve Device İlişkisi</a:t>
            </a:r>
            <a:endParaRPr lang="tr-TR" dirty="0"/>
          </a:p>
        </p:txBody>
      </p:sp>
      <p:sp>
        <p:nvSpPr>
          <p:cNvPr id="3" name="İçerik Yer Tutucusu 2"/>
          <p:cNvSpPr>
            <a:spLocks noGrp="1"/>
          </p:cNvSpPr>
          <p:nvPr>
            <p:ph idx="1"/>
          </p:nvPr>
        </p:nvSpPr>
        <p:spPr/>
        <p:txBody>
          <a:bodyPr/>
          <a:lstStyle/>
          <a:p>
            <a:r>
              <a:rPr lang="tr-TR" b="1" dirty="0"/>
              <a:t>Host (Ev Sahibi):</a:t>
            </a:r>
            <a:r>
              <a:rPr lang="tr-TR" dirty="0"/>
              <a:t> CPU ve sistem belleği (RAM).</a:t>
            </a:r>
            <a:endParaRPr lang="tr-TR" dirty="0"/>
          </a:p>
          <a:p>
            <a:r>
              <a:rPr lang="tr-TR" b="1" dirty="0"/>
              <a:t>Device (Cihaz):</a:t>
            </a:r>
            <a:r>
              <a:rPr lang="tr-TR" dirty="0"/>
              <a:t> GPU ve kendi video belleği (VRAM).</a:t>
            </a:r>
            <a:endParaRPr lang="tr-TR" dirty="0"/>
          </a:p>
          <a:p>
            <a:r>
              <a:rPr lang="tr-TR" dirty="0"/>
              <a:t>İlişki: Host emreder, Device yapar.</a:t>
            </a:r>
            <a:endParaRPr lang="tr-TR" dirty="0"/>
          </a:p>
        </p:txBody>
      </p:sp>
      <p:pic>
        <p:nvPicPr>
          <p:cNvPr id="5" name="Resim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181764" y="3738952"/>
            <a:ext cx="5828472" cy="2835584"/>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dirty="0"/>
              <a:t>GPU Mimarisi – SIMT - Paralel Çalışma Mantığı</a:t>
            </a:r>
            <a:endParaRPr lang="tr-TR" dirty="0"/>
          </a:p>
        </p:txBody>
      </p:sp>
      <p:sp>
        <p:nvSpPr>
          <p:cNvPr id="3" name="İçerik Yer Tutucusu 2"/>
          <p:cNvSpPr>
            <a:spLocks noGrp="1"/>
          </p:cNvSpPr>
          <p:nvPr>
            <p:ph idx="1"/>
          </p:nvPr>
        </p:nvSpPr>
        <p:spPr/>
        <p:txBody>
          <a:bodyPr/>
          <a:lstStyle/>
          <a:p>
            <a:r>
              <a:rPr lang="en-US" b="1" dirty="0"/>
              <a:t>SIMT:</a:t>
            </a:r>
            <a:r>
              <a:rPr lang="en-US" dirty="0"/>
              <a:t> Single Instruction, Multiple Threads (Tek Emir, </a:t>
            </a:r>
            <a:r>
              <a:rPr lang="en-US" dirty="0" err="1"/>
              <a:t>Çok</a:t>
            </a:r>
            <a:r>
              <a:rPr lang="en-US" dirty="0"/>
              <a:t> </a:t>
            </a:r>
            <a:r>
              <a:rPr lang="en-US" dirty="0" err="1"/>
              <a:t>İşçi</a:t>
            </a:r>
            <a:r>
              <a:rPr lang="en-US" dirty="0"/>
              <a:t>).</a:t>
            </a:r>
            <a:endParaRPr lang="tr-TR" dirty="0"/>
          </a:p>
          <a:p>
            <a:r>
              <a:rPr lang="tr-TR" dirty="0"/>
              <a:t>Tek bir komut verilir, binlerce çekirdek aynı anda uygular.</a:t>
            </a:r>
            <a:endParaRPr lang="tr-TR" dirty="0"/>
          </a:p>
          <a:p>
            <a:r>
              <a:rPr lang="tr-TR" dirty="0"/>
              <a:t>Her çekirdek farklı veriyi işler.</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ltLang="en-US" dirty="0" err="1"/>
              <a:t>GPU </a:t>
            </a:r>
            <a:r>
              <a:rPr lang="en-US" dirty="0" err="1"/>
              <a:t>Donanım</a:t>
            </a:r>
            <a:r>
              <a:rPr lang="en-US" dirty="0"/>
              <a:t> </a:t>
            </a:r>
            <a:r>
              <a:rPr lang="en-US" dirty="0" err="1"/>
              <a:t>Organizasyonu</a:t>
            </a:r>
            <a:r>
              <a:rPr lang="en-US" dirty="0"/>
              <a:t>: Grid, Block, Thread</a:t>
            </a:r>
            <a:endParaRPr lang="tr-TR" dirty="0"/>
          </a:p>
        </p:txBody>
      </p:sp>
      <p:sp>
        <p:nvSpPr>
          <p:cNvPr id="3" name="İçerik Yer Tutucusu 2"/>
          <p:cNvSpPr>
            <a:spLocks noGrp="1"/>
          </p:cNvSpPr>
          <p:nvPr>
            <p:ph idx="1"/>
          </p:nvPr>
        </p:nvSpPr>
        <p:spPr/>
        <p:txBody>
          <a:bodyPr/>
          <a:lstStyle/>
          <a:p>
            <a:r>
              <a:rPr lang="tr-TR" b="1" dirty="0"/>
              <a:t>Grid:</a:t>
            </a:r>
            <a:r>
              <a:rPr lang="tr-TR" dirty="0"/>
              <a:t> Problemin tamamını temsil eder (</a:t>
            </a:r>
            <a:r>
              <a:rPr lang="tr-TR" dirty="0" err="1"/>
              <a:t>Örn</a:t>
            </a:r>
            <a:r>
              <a:rPr lang="tr-TR" dirty="0"/>
              <a:t>: Resmin tamamı).</a:t>
            </a:r>
            <a:endParaRPr lang="tr-TR" dirty="0"/>
          </a:p>
          <a:p>
            <a:r>
              <a:rPr lang="tr-TR" b="1" dirty="0" err="1"/>
              <a:t>Block</a:t>
            </a:r>
            <a:r>
              <a:rPr lang="tr-TR" b="1" dirty="0"/>
              <a:t>:</a:t>
            </a:r>
            <a:r>
              <a:rPr lang="tr-TR" dirty="0"/>
              <a:t> İş parçacığı gruplarıdır (</a:t>
            </a:r>
            <a:r>
              <a:rPr lang="tr-TR" dirty="0" err="1"/>
              <a:t>Örn</a:t>
            </a:r>
            <a:r>
              <a:rPr lang="tr-TR" dirty="0"/>
              <a:t>: Resmin küçük kareleri).</a:t>
            </a:r>
            <a:endParaRPr lang="tr-TR" dirty="0"/>
          </a:p>
          <a:p>
            <a:r>
              <a:rPr lang="tr-TR" b="1" dirty="0" err="1"/>
              <a:t>Thread</a:t>
            </a:r>
            <a:r>
              <a:rPr lang="tr-TR" b="1" dirty="0"/>
              <a:t>:</a:t>
            </a:r>
            <a:r>
              <a:rPr lang="tr-TR" dirty="0"/>
              <a:t> Tek bir işçidir (</a:t>
            </a:r>
            <a:r>
              <a:rPr lang="tr-TR" dirty="0" err="1"/>
              <a:t>Örn</a:t>
            </a:r>
            <a:r>
              <a:rPr lang="tr-TR" dirty="0"/>
              <a:t>: Tek bir piksel).</a:t>
            </a:r>
            <a:endParaRPr lang="tr-TR" dirty="0"/>
          </a:p>
        </p:txBody>
      </p:sp>
      <p:pic>
        <p:nvPicPr>
          <p:cNvPr id="14338" name="Picture 2" descr="1.2. Programming Model — CUDA Programming Guide"/>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571804" y="4175893"/>
            <a:ext cx="5048391" cy="239864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Streaming</a:t>
            </a:r>
            <a:r>
              <a:rPr lang="tr-TR" dirty="0"/>
              <a:t> Multiprocessor (SM)</a:t>
            </a:r>
            <a:endParaRPr lang="tr-TR" dirty="0"/>
          </a:p>
        </p:txBody>
      </p:sp>
      <p:sp>
        <p:nvSpPr>
          <p:cNvPr id="3" name="İçerik Yer Tutucusu 2"/>
          <p:cNvSpPr>
            <a:spLocks noGrp="1"/>
          </p:cNvSpPr>
          <p:nvPr>
            <p:ph idx="1"/>
          </p:nvPr>
        </p:nvSpPr>
        <p:spPr/>
        <p:txBody>
          <a:bodyPr/>
          <a:lstStyle/>
          <a:p>
            <a:r>
              <a:rPr lang="tr-TR" dirty="0" err="1"/>
              <a:t>GPU'nun</a:t>
            </a:r>
            <a:r>
              <a:rPr lang="tr-TR" dirty="0"/>
              <a:t> içindeki "Mini </a:t>
            </a:r>
            <a:r>
              <a:rPr lang="tr-TR" dirty="0" err="1"/>
              <a:t>Fabrikalar"dır</a:t>
            </a:r>
            <a:r>
              <a:rPr lang="tr-TR" dirty="0"/>
              <a:t>.</a:t>
            </a:r>
            <a:endParaRPr lang="tr-TR" dirty="0"/>
          </a:p>
          <a:p>
            <a:r>
              <a:rPr lang="tr-TR" altLang="sv-SE" dirty="0"/>
              <a:t>Block’lar</a:t>
            </a:r>
            <a:r>
              <a:rPr lang="sv-SE" dirty="0"/>
              <a:t> bu fabrikalara atanır.</a:t>
            </a:r>
            <a:endParaRPr lang="tr-TR" dirty="0"/>
          </a:p>
          <a:p>
            <a:r>
              <a:rPr lang="tr-TR" dirty="0"/>
              <a:t>Bu yapı donanımın ölçeklenmesini sağlar.</a:t>
            </a:r>
            <a:endParaRPr lang="tr-TR" dirty="0"/>
          </a:p>
        </p:txBody>
      </p:sp>
      <p:pic>
        <p:nvPicPr>
          <p:cNvPr id="6" name="Resim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372678" y="3876944"/>
            <a:ext cx="5446643" cy="2697592"/>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GPU Bellek Türleri (Hız </a:t>
            </a:r>
            <a:r>
              <a:rPr lang="tr-TR" dirty="0" err="1"/>
              <a:t>vs</a:t>
            </a:r>
            <a:r>
              <a:rPr lang="tr-TR" dirty="0"/>
              <a:t> Kapasite)</a:t>
            </a:r>
            <a:endParaRPr lang="tr-TR" dirty="0"/>
          </a:p>
        </p:txBody>
      </p:sp>
      <p:sp>
        <p:nvSpPr>
          <p:cNvPr id="3" name="İçerik Yer Tutucusu 2"/>
          <p:cNvSpPr>
            <a:spLocks noGrp="1"/>
          </p:cNvSpPr>
          <p:nvPr>
            <p:ph idx="1"/>
          </p:nvPr>
        </p:nvSpPr>
        <p:spPr/>
        <p:txBody>
          <a:bodyPr/>
          <a:lstStyle/>
          <a:p>
            <a:r>
              <a:rPr lang="tr-TR" b="1" dirty="0" err="1"/>
              <a:t>Register</a:t>
            </a:r>
            <a:r>
              <a:rPr lang="tr-TR" b="1" dirty="0"/>
              <a:t>:</a:t>
            </a:r>
            <a:r>
              <a:rPr lang="tr-TR" dirty="0"/>
              <a:t> İşçinin cebindeki not defteri gibidir; en hızlıdır ama çok küçüktür.</a:t>
            </a:r>
            <a:endParaRPr lang="tr-TR" dirty="0"/>
          </a:p>
          <a:p>
            <a:r>
              <a:rPr lang="tr-TR" b="1" dirty="0" err="1"/>
              <a:t>Shared</a:t>
            </a:r>
            <a:r>
              <a:rPr lang="tr-TR" b="1" dirty="0"/>
              <a:t> Memory:</a:t>
            </a:r>
            <a:r>
              <a:rPr lang="tr-TR" dirty="0"/>
              <a:t> Çalışma masası gibidir; hızlıdır ve ekip ortak kullanır.</a:t>
            </a:r>
            <a:endParaRPr lang="tr-TR" dirty="0"/>
          </a:p>
          <a:p>
            <a:r>
              <a:rPr lang="tr-TR" b="1" dirty="0"/>
              <a:t>Global Memory (VRAM):</a:t>
            </a:r>
            <a:r>
              <a:rPr lang="tr-TR" dirty="0"/>
              <a:t> Şehir kütüphanesi gibidir; çok büyüktür ama erişimi yavaştır.</a:t>
            </a:r>
            <a:endParaRPr lang="tr-TR" dirty="0"/>
          </a:p>
        </p:txBody>
      </p:sp>
      <p:pic>
        <p:nvPicPr>
          <p:cNvPr id="6" name="Resim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018721" y="4562172"/>
            <a:ext cx="4154557" cy="2012364"/>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Veri Transferi Darboğazı</a:t>
            </a:r>
            <a:endParaRPr lang="tr-TR" dirty="0"/>
          </a:p>
        </p:txBody>
      </p:sp>
      <p:sp>
        <p:nvSpPr>
          <p:cNvPr id="3" name="İçerik Yer Tutucusu 2"/>
          <p:cNvSpPr>
            <a:spLocks noGrp="1"/>
          </p:cNvSpPr>
          <p:nvPr>
            <p:ph idx="1"/>
          </p:nvPr>
        </p:nvSpPr>
        <p:spPr/>
        <p:txBody>
          <a:bodyPr/>
          <a:lstStyle/>
          <a:p>
            <a:r>
              <a:rPr lang="tr-TR" dirty="0"/>
              <a:t>CPU ve GPU arasındaki bağlantı yolu (</a:t>
            </a:r>
            <a:r>
              <a:rPr lang="tr-TR" dirty="0" err="1"/>
              <a:t>PCIe</a:t>
            </a:r>
            <a:r>
              <a:rPr lang="tr-TR" dirty="0"/>
              <a:t>) dardır.</a:t>
            </a:r>
            <a:endParaRPr lang="tr-TR" dirty="0"/>
          </a:p>
          <a:p>
            <a:r>
              <a:rPr lang="tr-TR" dirty="0"/>
              <a:t>Hesaplama çok hızlıdır ama veri taşıma yavaştır.</a:t>
            </a:r>
            <a:endParaRPr lang="tr-TR" dirty="0"/>
          </a:p>
          <a:p>
            <a:r>
              <a:rPr lang="tr-TR" b="1" dirty="0"/>
              <a:t>Amaç:</a:t>
            </a:r>
            <a:r>
              <a:rPr lang="tr-TR" dirty="0"/>
              <a:t> Veriyi taşı, </a:t>
            </a:r>
            <a:r>
              <a:rPr lang="tr-TR" dirty="0" err="1"/>
              <a:t>GPU'da</a:t>
            </a:r>
            <a:r>
              <a:rPr lang="tr-TR" dirty="0"/>
              <a:t> tut, sürekli işlem yap.</a:t>
            </a:r>
            <a:endParaRPr lang="tr-TR" dirty="0"/>
          </a:p>
        </p:txBody>
      </p:sp>
      <p:pic>
        <p:nvPicPr>
          <p:cNvPr id="112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52160" y="3857108"/>
            <a:ext cx="3674372" cy="2717428"/>
          </a:xfrm>
          <a:prstGeom prst="rect">
            <a:avLst/>
          </a:prstGeom>
          <a:noFill/>
          <a:extLst>
            <a:ext uri="{909E8E84-426E-40DD-AFC4-6F175D3DCCD1}">
              <a14:hiddenFill xmlns:a14="http://schemas.microsoft.com/office/drawing/2010/main">
                <a:solidFill>
                  <a:srgbClr val="FFFFFF"/>
                </a:solidFill>
              </a14:hiddenFill>
            </a:ext>
          </a:extLst>
        </p:spPr>
      </p:pic>
      <p:pic>
        <p:nvPicPr>
          <p:cNvPr id="6" name="Resim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58509" y="3851884"/>
            <a:ext cx="4681331" cy="2722652"/>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Warp</a:t>
            </a:r>
            <a:r>
              <a:rPr lang="tr-TR" dirty="0"/>
              <a:t> </a:t>
            </a:r>
            <a:r>
              <a:rPr lang="tr-TR" dirty="0" err="1"/>
              <a:t>Divergence</a:t>
            </a:r>
            <a:r>
              <a:rPr lang="tr-TR" dirty="0"/>
              <a:t> (Ayrışma Sorunu)</a:t>
            </a:r>
            <a:endParaRPr lang="tr-TR" dirty="0"/>
          </a:p>
        </p:txBody>
      </p:sp>
      <p:sp>
        <p:nvSpPr>
          <p:cNvPr id="3" name="İçerik Yer Tutucusu 2"/>
          <p:cNvSpPr>
            <a:spLocks noGrp="1"/>
          </p:cNvSpPr>
          <p:nvPr>
            <p:ph idx="1"/>
          </p:nvPr>
        </p:nvSpPr>
        <p:spPr/>
        <p:txBody>
          <a:bodyPr/>
          <a:lstStyle/>
          <a:p>
            <a:r>
              <a:rPr lang="tr-TR" dirty="0" err="1"/>
              <a:t>Thread'ler</a:t>
            </a:r>
            <a:r>
              <a:rPr lang="tr-TR" dirty="0"/>
              <a:t> 32 kişilik gruplar (</a:t>
            </a:r>
            <a:r>
              <a:rPr lang="tr-TR" dirty="0" err="1"/>
              <a:t>Warp</a:t>
            </a:r>
            <a:r>
              <a:rPr lang="tr-TR" dirty="0"/>
              <a:t>) halinde gezer.</a:t>
            </a:r>
            <a:endParaRPr lang="tr-TR" dirty="0"/>
          </a:p>
          <a:p>
            <a:r>
              <a:rPr lang="tr-TR" b="1" dirty="0"/>
              <a:t>Kural:</a:t>
            </a:r>
            <a:r>
              <a:rPr lang="tr-TR" dirty="0"/>
              <a:t> Gruptaki herkes aynı anda aynı yere gitmelidir.</a:t>
            </a:r>
            <a:endParaRPr lang="tr-TR" dirty="0"/>
          </a:p>
          <a:p>
            <a:r>
              <a:rPr lang="tr-TR" dirty="0" err="1"/>
              <a:t>If</a:t>
            </a:r>
            <a:r>
              <a:rPr lang="tr-TR" dirty="0"/>
              <a:t>-Else (Koşul) yapıları grubu böler ve yavaşlatır.</a:t>
            </a:r>
            <a:endParaRPr lang="tr-TR" dirty="0"/>
          </a:p>
        </p:txBody>
      </p:sp>
      <p:pic>
        <p:nvPicPr>
          <p:cNvPr id="6" name="Resim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622861" y="3706479"/>
            <a:ext cx="4946278" cy="2868057"/>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Bellek Erişimi (</a:t>
            </a:r>
            <a:r>
              <a:rPr lang="tr-TR" dirty="0" err="1"/>
              <a:t>Coalescing</a:t>
            </a:r>
            <a:r>
              <a:rPr lang="tr-TR" dirty="0"/>
              <a:t> - Düzen)</a:t>
            </a:r>
            <a:endParaRPr lang="tr-TR" dirty="0"/>
          </a:p>
        </p:txBody>
      </p:sp>
      <p:sp>
        <p:nvSpPr>
          <p:cNvPr id="3" name="İçerik Yer Tutucusu 2"/>
          <p:cNvSpPr>
            <a:spLocks noGrp="1"/>
          </p:cNvSpPr>
          <p:nvPr>
            <p:ph idx="1"/>
          </p:nvPr>
        </p:nvSpPr>
        <p:spPr/>
        <p:txBody>
          <a:bodyPr/>
          <a:lstStyle/>
          <a:p>
            <a:r>
              <a:rPr lang="sv-SE" dirty="0"/>
              <a:t>Hafızadan veri okurken sıralı olmak zorundayız.</a:t>
            </a:r>
            <a:endParaRPr lang="tr-TR" dirty="0"/>
          </a:p>
          <a:p>
            <a:r>
              <a:rPr lang="tr-TR" dirty="0"/>
              <a:t>Dağınık erişim performansı 10 kat düşürebilir.</a:t>
            </a:r>
            <a:endParaRPr lang="tr-TR" dirty="0"/>
          </a:p>
        </p:txBody>
      </p:sp>
      <p:pic>
        <p:nvPicPr>
          <p:cNvPr id="6" name="Resim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634372" y="3712265"/>
            <a:ext cx="4923255" cy="286227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CUDA Nedir?</a:t>
            </a:r>
            <a:endParaRPr lang="tr-TR" dirty="0"/>
          </a:p>
        </p:txBody>
      </p:sp>
      <p:sp>
        <p:nvSpPr>
          <p:cNvPr id="3" name="İçerik Yer Tutucusu 2"/>
          <p:cNvSpPr>
            <a:spLocks noGrp="1"/>
          </p:cNvSpPr>
          <p:nvPr>
            <p:ph idx="1"/>
          </p:nvPr>
        </p:nvSpPr>
        <p:spPr/>
        <p:txBody>
          <a:bodyPr/>
          <a:lstStyle/>
          <a:p>
            <a:r>
              <a:rPr lang="tr-TR" dirty="0" err="1"/>
              <a:t>NVIDIA'nın</a:t>
            </a:r>
            <a:r>
              <a:rPr lang="tr-TR" dirty="0"/>
              <a:t> geliştirdiği platformdur.</a:t>
            </a:r>
            <a:endParaRPr lang="tr-TR" dirty="0"/>
          </a:p>
          <a:p>
            <a:r>
              <a:rPr lang="tr-TR" dirty="0"/>
              <a:t>Şu an endüstri </a:t>
            </a:r>
            <a:r>
              <a:rPr lang="tr-TR" dirty="0" err="1"/>
              <a:t>standartıdır</a:t>
            </a:r>
            <a:r>
              <a:rPr lang="tr-TR" dirty="0"/>
              <a:t>.</a:t>
            </a:r>
            <a:endParaRPr lang="tr-TR" dirty="0"/>
          </a:p>
          <a:p>
            <a:r>
              <a:rPr lang="tr-TR" dirty="0"/>
              <a:t>En geniş kütüphane ve araç desteğine sahiptir.</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Kernel Kavramı</a:t>
            </a:r>
            <a:endParaRPr lang="tr-TR" dirty="0"/>
          </a:p>
        </p:txBody>
      </p:sp>
      <p:sp>
        <p:nvSpPr>
          <p:cNvPr id="3" name="İçerik Yer Tutucusu 2"/>
          <p:cNvSpPr>
            <a:spLocks noGrp="1"/>
          </p:cNvSpPr>
          <p:nvPr>
            <p:ph idx="1"/>
          </p:nvPr>
        </p:nvSpPr>
        <p:spPr/>
        <p:txBody>
          <a:bodyPr/>
          <a:lstStyle/>
          <a:p>
            <a:r>
              <a:rPr lang="tr-TR" dirty="0"/>
              <a:t>CPU'nun </a:t>
            </a:r>
            <a:r>
              <a:rPr lang="tr-TR" dirty="0" err="1"/>
              <a:t>GPU'ya</a:t>
            </a:r>
            <a:r>
              <a:rPr lang="tr-TR" dirty="0"/>
              <a:t> gönderdiği iş emridir.</a:t>
            </a:r>
            <a:endParaRPr lang="tr-TR" dirty="0"/>
          </a:p>
          <a:p>
            <a:r>
              <a:rPr lang="tr-TR" dirty="0"/>
              <a:t>Tek bir fonksiyon yazılır, milyonlarca kez çalıştırılır.</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Unified</a:t>
            </a:r>
            <a:r>
              <a:rPr lang="tr-TR" dirty="0"/>
              <a:t> Memory (Ortak Bellek)</a:t>
            </a:r>
            <a:endParaRPr lang="tr-TR" dirty="0"/>
          </a:p>
        </p:txBody>
      </p:sp>
      <p:sp>
        <p:nvSpPr>
          <p:cNvPr id="3" name="İçerik Yer Tutucusu 2"/>
          <p:cNvSpPr>
            <a:spLocks noGrp="1"/>
          </p:cNvSpPr>
          <p:nvPr>
            <p:ph idx="1"/>
          </p:nvPr>
        </p:nvSpPr>
        <p:spPr/>
        <p:txBody>
          <a:bodyPr/>
          <a:lstStyle/>
          <a:p>
            <a:r>
              <a:rPr lang="tr-TR" dirty="0"/>
              <a:t>CPU ve GPU belleğini tek bir havuz gibi gösterme teknolojisi.</a:t>
            </a:r>
            <a:endParaRPr lang="tr-TR" dirty="0"/>
          </a:p>
          <a:p>
            <a:r>
              <a:rPr lang="tr-TR" dirty="0"/>
              <a:t>Veri taşıma işini (Migrasyon) sürücü otomatik yapar.</a:t>
            </a:r>
            <a:endParaRPr lang="tr-TR" dirty="0"/>
          </a:p>
        </p:txBody>
      </p:sp>
      <p:pic>
        <p:nvPicPr>
          <p:cNvPr id="6" name="Resim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446296" y="3488907"/>
            <a:ext cx="5299407" cy="3085629"/>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Kütüphaneler</a:t>
            </a:r>
            <a:endParaRPr lang="tr-TR" dirty="0"/>
          </a:p>
        </p:txBody>
      </p:sp>
      <p:sp>
        <p:nvSpPr>
          <p:cNvPr id="3" name="İçerik Yer Tutucusu 2"/>
          <p:cNvSpPr>
            <a:spLocks noGrp="1"/>
          </p:cNvSpPr>
          <p:nvPr>
            <p:ph idx="1"/>
          </p:nvPr>
        </p:nvSpPr>
        <p:spPr/>
        <p:txBody>
          <a:bodyPr/>
          <a:lstStyle/>
          <a:p>
            <a:r>
              <a:rPr lang="tr-TR" b="1" dirty="0" err="1"/>
              <a:t>cuBLAS</a:t>
            </a:r>
            <a:r>
              <a:rPr lang="tr-TR" b="1" dirty="0"/>
              <a:t>:</a:t>
            </a:r>
            <a:r>
              <a:rPr lang="tr-TR" dirty="0"/>
              <a:t> Matematik işlemleri için.</a:t>
            </a:r>
            <a:endParaRPr lang="tr-TR" dirty="0"/>
          </a:p>
          <a:p>
            <a:r>
              <a:rPr lang="tr-TR" b="1" dirty="0" err="1"/>
              <a:t>cuDNN</a:t>
            </a:r>
            <a:r>
              <a:rPr lang="tr-TR" b="1" dirty="0"/>
              <a:t>:</a:t>
            </a:r>
            <a:r>
              <a:rPr lang="tr-TR" dirty="0"/>
              <a:t> Yapay zeka için.</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Nsight Nedir?</a:t>
            </a:r>
            <a:endParaRPr lang="tr-TR" dirty="0"/>
          </a:p>
        </p:txBody>
      </p:sp>
      <p:sp>
        <p:nvSpPr>
          <p:cNvPr id="3" name="İçerik Yer Tutucusu 2"/>
          <p:cNvSpPr>
            <a:spLocks noGrp="1"/>
          </p:cNvSpPr>
          <p:nvPr>
            <p:ph idx="1"/>
          </p:nvPr>
        </p:nvSpPr>
        <p:spPr/>
        <p:txBody>
          <a:bodyPr/>
          <a:lstStyle/>
          <a:p>
            <a:r>
              <a:rPr lang="tr-TR" dirty="0" err="1"/>
              <a:t>Profiling</a:t>
            </a:r>
            <a:r>
              <a:rPr lang="tr-TR" dirty="0"/>
              <a:t> (Performans Analizi) araçlarını içeren ve gelişmiş debugging yapabilmeyi sağlayan yapıdır.</a:t>
            </a:r>
            <a:endParaRPr lang="tr-TR" dirty="0"/>
          </a:p>
          <a:p>
            <a:r>
              <a:rPr lang="tr-TR" dirty="0"/>
              <a:t>Kodun nerede yavaşladığını grafiklerle gösterir.</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AMD </a:t>
            </a:r>
            <a:r>
              <a:rPr lang="tr-TR" dirty="0" err="1"/>
              <a:t>ROCm</a:t>
            </a:r>
            <a:r>
              <a:rPr lang="tr-TR" dirty="0"/>
              <a:t> (Açık Kaynaklı Alternatif)</a:t>
            </a:r>
            <a:endParaRPr lang="tr-TR" dirty="0"/>
          </a:p>
        </p:txBody>
      </p:sp>
      <p:sp>
        <p:nvSpPr>
          <p:cNvPr id="3" name="İçerik Yer Tutucusu 2"/>
          <p:cNvSpPr>
            <a:spLocks noGrp="1"/>
          </p:cNvSpPr>
          <p:nvPr>
            <p:ph idx="1"/>
          </p:nvPr>
        </p:nvSpPr>
        <p:spPr/>
        <p:txBody>
          <a:bodyPr/>
          <a:lstStyle/>
          <a:p>
            <a:r>
              <a:rPr lang="tr-TR" dirty="0" err="1"/>
              <a:t>NVIDIA'nın</a:t>
            </a:r>
            <a:r>
              <a:rPr lang="tr-TR" dirty="0"/>
              <a:t> kapalı ekosistemine karşı </a:t>
            </a:r>
            <a:r>
              <a:rPr lang="tr-TR" dirty="0" err="1"/>
              <a:t>AMD'nin</a:t>
            </a:r>
            <a:r>
              <a:rPr lang="tr-TR" dirty="0"/>
              <a:t> cevabıdır.</a:t>
            </a:r>
            <a:endParaRPr lang="tr-TR" dirty="0"/>
          </a:p>
          <a:p>
            <a:r>
              <a:rPr lang="tr-TR" dirty="0"/>
              <a:t>Açık kaynak kodludur (Linux felsefesi).</a:t>
            </a:r>
            <a:endParaRPr lang="tr-TR" dirty="0"/>
          </a:p>
          <a:p>
            <a:r>
              <a:rPr lang="tr-TR" dirty="0"/>
              <a:t>Süper bilgisayarlarda yaygın kullanımı bulunmaktadır.</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HIP (Ortak Dil)</a:t>
            </a:r>
            <a:endParaRPr lang="tr-TR" dirty="0"/>
          </a:p>
        </p:txBody>
      </p:sp>
      <p:sp>
        <p:nvSpPr>
          <p:cNvPr id="3" name="İçerik Yer Tutucusu 2"/>
          <p:cNvSpPr>
            <a:spLocks noGrp="1"/>
          </p:cNvSpPr>
          <p:nvPr>
            <p:ph idx="1"/>
          </p:nvPr>
        </p:nvSpPr>
        <p:spPr/>
        <p:txBody>
          <a:bodyPr/>
          <a:lstStyle/>
          <a:p>
            <a:r>
              <a:rPr lang="tr-TR" dirty="0"/>
              <a:t>Hem NVIDIA hem AMD kartlarda çalışan ve ortak kod yazmayı sağlayan yapıdır.</a:t>
            </a:r>
            <a:endParaRPr lang="tr-TR" dirty="0"/>
          </a:p>
          <a:p>
            <a:r>
              <a:rPr lang="tr-TR" dirty="0"/>
              <a:t>CUDA kodunu "tercüme" ederek çalışır.</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Intel </a:t>
            </a:r>
            <a:r>
              <a:rPr lang="tr-TR" dirty="0" err="1"/>
              <a:t>OneAPI</a:t>
            </a:r>
            <a:r>
              <a:rPr lang="tr-TR" dirty="0"/>
              <a:t> (Hepsini Yöneten Tek Platform)</a:t>
            </a:r>
            <a:endParaRPr lang="tr-TR" dirty="0"/>
          </a:p>
        </p:txBody>
      </p:sp>
      <p:sp>
        <p:nvSpPr>
          <p:cNvPr id="3" name="İçerik Yer Tutucusu 2"/>
          <p:cNvSpPr>
            <a:spLocks noGrp="1"/>
          </p:cNvSpPr>
          <p:nvPr>
            <p:ph idx="1"/>
          </p:nvPr>
        </p:nvSpPr>
        <p:spPr/>
        <p:txBody>
          <a:bodyPr/>
          <a:lstStyle/>
          <a:p>
            <a:r>
              <a:rPr lang="tr-TR" dirty="0"/>
              <a:t>Intel'in vizyonu: CPU, GPU, FPGA... Hepsi için tek bir dil kullanmaktır.</a:t>
            </a:r>
            <a:endParaRPr lang="tr-TR" dirty="0"/>
          </a:p>
          <a:p>
            <a:r>
              <a:rPr lang="tr-TR" dirty="0"/>
              <a:t>Marka bağımsızlığı (</a:t>
            </a:r>
            <a:r>
              <a:rPr lang="tr-TR" dirty="0" err="1"/>
              <a:t>Vendor</a:t>
            </a:r>
            <a:r>
              <a:rPr lang="tr-TR" dirty="0"/>
              <a:t> </a:t>
            </a:r>
            <a:r>
              <a:rPr lang="tr-TR" dirty="0" err="1"/>
              <a:t>Agnostic</a:t>
            </a:r>
            <a:r>
              <a:rPr lang="tr-TR" dirty="0"/>
              <a:t>).</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Karşılaştırma Tablosu</a:t>
            </a:r>
            <a:endParaRPr lang="tr-TR" dirty="0"/>
          </a:p>
        </p:txBody>
      </p:sp>
      <p:sp>
        <p:nvSpPr>
          <p:cNvPr id="3" name="İçerik Yer Tutucusu 2"/>
          <p:cNvSpPr>
            <a:spLocks noGrp="1"/>
          </p:cNvSpPr>
          <p:nvPr>
            <p:ph idx="1"/>
          </p:nvPr>
        </p:nvSpPr>
        <p:spPr/>
        <p:txBody>
          <a:bodyPr/>
          <a:lstStyle/>
          <a:p>
            <a:r>
              <a:rPr lang="tr-TR" b="1" dirty="0"/>
              <a:t>CUDA:</a:t>
            </a:r>
            <a:r>
              <a:rPr lang="tr-TR" dirty="0"/>
              <a:t> En olgun, en hızlı, ama pahalı ve kapalı.</a:t>
            </a:r>
            <a:endParaRPr lang="tr-TR" dirty="0"/>
          </a:p>
          <a:p>
            <a:r>
              <a:rPr lang="tr-TR" b="1" dirty="0" err="1"/>
              <a:t>ROCm</a:t>
            </a:r>
            <a:r>
              <a:rPr lang="tr-TR" b="1" dirty="0"/>
              <a:t>:</a:t>
            </a:r>
            <a:r>
              <a:rPr lang="tr-TR" dirty="0"/>
              <a:t> Açık, esnek, süper bilgisayar dostu, ama Windows desteği zayıf.</a:t>
            </a:r>
            <a:endParaRPr lang="tr-TR" dirty="0"/>
          </a:p>
          <a:p>
            <a:r>
              <a:rPr lang="sv-SE" b="1" dirty="0"/>
              <a:t>OneAPI:</a:t>
            </a:r>
            <a:r>
              <a:rPr lang="sv-SE" dirty="0"/>
              <a:t> En yeni, en standart, marka bağımsız.</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Donanım Geleceği</a:t>
            </a:r>
            <a:endParaRPr lang="tr-TR" dirty="0"/>
          </a:p>
        </p:txBody>
      </p:sp>
      <p:sp>
        <p:nvSpPr>
          <p:cNvPr id="3" name="İçerik Yer Tutucusu 2"/>
          <p:cNvSpPr>
            <a:spLocks noGrp="1"/>
          </p:cNvSpPr>
          <p:nvPr>
            <p:ph idx="1"/>
          </p:nvPr>
        </p:nvSpPr>
        <p:spPr/>
        <p:txBody>
          <a:bodyPr/>
          <a:lstStyle/>
          <a:p>
            <a:r>
              <a:rPr lang="tr-TR" dirty="0"/>
              <a:t>CPU ve GPU artık birleşmektedir (</a:t>
            </a:r>
            <a:r>
              <a:rPr lang="tr-TR" dirty="0" err="1"/>
              <a:t>Örn</a:t>
            </a:r>
            <a:r>
              <a:rPr lang="tr-TR" dirty="0"/>
              <a:t>: Apple M1/M2, NVIDIA </a:t>
            </a:r>
            <a:r>
              <a:rPr lang="tr-TR" dirty="0" err="1"/>
              <a:t>Grace</a:t>
            </a:r>
            <a:r>
              <a:rPr lang="tr-TR" dirty="0"/>
              <a:t>).</a:t>
            </a:r>
            <a:endParaRPr lang="tr-TR" dirty="0"/>
          </a:p>
          <a:p>
            <a:r>
              <a:rPr lang="en-US" dirty="0"/>
              <a:t>Unified Memory (</a:t>
            </a:r>
            <a:r>
              <a:rPr lang="en-US" dirty="0" err="1"/>
              <a:t>Ortak</a:t>
            </a:r>
            <a:r>
              <a:rPr lang="en-US" dirty="0"/>
              <a:t> </a:t>
            </a:r>
            <a:r>
              <a:rPr lang="en-US" dirty="0" err="1"/>
              <a:t>Bellek</a:t>
            </a:r>
            <a:r>
              <a:rPr lang="en-US" dirty="0"/>
              <a:t>) </a:t>
            </a:r>
            <a:r>
              <a:rPr lang="en-US" dirty="0" err="1"/>
              <a:t>standart</a:t>
            </a:r>
            <a:r>
              <a:rPr lang="tr-TR" altLang="en-US" dirty="0" err="1"/>
              <a:t> bir hale gelmektedir.</a:t>
            </a:r>
            <a:endParaRPr lang="tr-TR" dirty="0"/>
          </a:p>
        </p:txBody>
      </p:sp>
      <p:pic>
        <p:nvPicPr>
          <p:cNvPr id="5" name="Resim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112555" y="3990362"/>
            <a:ext cx="5966890" cy="2584174"/>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ğitim sunusu">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is Teması">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is Teması">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Eğitim sunusu</Template>
  <TotalTime>0</TotalTime>
  <Words>4701</Words>
  <Application>WPS Sunum</Application>
  <PresentationFormat>Geniş ekran</PresentationFormat>
  <Paragraphs>183</Paragraphs>
  <Slides>24</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Arial</vt:lpstr>
      <vt:lpstr>SimSun</vt:lpstr>
      <vt:lpstr>Wingdings</vt:lpstr>
      <vt:lpstr>Georgia</vt:lpstr>
      <vt:lpstr>Wingdings 2</vt:lpstr>
      <vt:lpstr>Wingdings</vt:lpstr>
      <vt:lpstr>Calibri</vt:lpstr>
      <vt:lpstr>Microsoft YaHei</vt:lpstr>
      <vt:lpstr>Arial Unicode MS</vt:lpstr>
      <vt:lpstr>Eğitim sunusu</vt:lpstr>
      <vt:lpstr>PARALEL HESAPLAMA</vt:lpstr>
      <vt:lpstr>Neden GPU'ya İhtiyacımız Var?</vt:lpstr>
      <vt:lpstr>CPU ve GPU Arasındaki Temel Fark</vt:lpstr>
      <vt:lpstr>CPU ve GPU Arasındaki Temel Fark</vt:lpstr>
      <vt:lpstr>TPU Nedir?</vt:lpstr>
      <vt:lpstr>GPGPU Nedir? (Genel Amaçlı Hesaplama)</vt:lpstr>
      <vt:lpstr>Host ve Device İlişkisi</vt:lpstr>
      <vt:lpstr>GPU Mimarisi – SIMT - Paralel Çalışma Mantığı</vt:lpstr>
      <vt:lpstr>Donanım Organizasyonu: Grid, Block, Thread</vt:lpstr>
      <vt:lpstr>Streaming Multiprocessor (SM)</vt:lpstr>
      <vt:lpstr>GPU Bellek Türleri (Hız vs Kapasite)</vt:lpstr>
      <vt:lpstr>Veri Transferi Darboğazı</vt:lpstr>
      <vt:lpstr>Warp Divergence (Ayrışma Sorunu)</vt:lpstr>
      <vt:lpstr>Bellek Erişimi (Coalescing - Düzen)</vt:lpstr>
      <vt:lpstr>CUDA Nedir?</vt:lpstr>
      <vt:lpstr>Kernel Kavramı</vt:lpstr>
      <vt:lpstr>Unified Memory (Kolaylaştırılmış Bellek)</vt:lpstr>
      <vt:lpstr>Kütüphaneler</vt:lpstr>
      <vt:lpstr>Nsight (Görünmeyeni Görmek)</vt:lpstr>
      <vt:lpstr>AMD ROCm (Açık Kaynaklı Alternatif)</vt:lpstr>
      <vt:lpstr>HIP (Ortak Dil)</vt:lpstr>
      <vt:lpstr>Intel OneAPI (Hepsini Yöneten Tek Platform)</vt:lpstr>
      <vt:lpstr>Karşılaştırma Tablosu</vt:lpstr>
      <vt:lpstr>Donanım Geleceği</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PARALEL HESAPLAMA</dc:title>
  <dc:creator>Zafer</dc:creator>
  <cp:lastModifiedBy>Zafer</cp:lastModifiedBy>
  <cp:revision>178</cp:revision>
  <cp:lastPrinted>2026-01-11T18:19:00Z</cp:lastPrinted>
  <dcterms:created xsi:type="dcterms:W3CDTF">2023-12-11T08:59:00Z</dcterms:created>
  <dcterms:modified xsi:type="dcterms:W3CDTF">2026-01-12T06:30:57Z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CV">
    <vt:lpwstr>8B72077D19DA4B009CA007559729E448_12</vt:lpwstr>
  </property>
  <property fmtid="{D5CDD505-2E9C-101B-9397-08002B2CF9AE}" pid="4" name="KSOProductBuildVer">
    <vt:lpwstr>1055-12.2.0.22549</vt:lpwstr>
  </property>
</Properties>
</file>